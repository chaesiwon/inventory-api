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362" r:id="rId3"/>
    <p:sldId id="363" r:id="rId4"/>
    <p:sldId id="364" r:id="rId5"/>
    <p:sldId id="365" r:id="rId6"/>
    <p:sldId id="371" r:id="rId7"/>
    <p:sldId id="366" r:id="rId8"/>
    <p:sldId id="367" r:id="rId9"/>
    <p:sldId id="368" r:id="rId10"/>
    <p:sldId id="369" r:id="rId11"/>
    <p:sldId id="370" r:id="rId12"/>
    <p:sldId id="354" r:id="rId13"/>
    <p:sldId id="357" r:id="rId14"/>
    <p:sldId id="359" r:id="rId15"/>
    <p:sldId id="372" r:id="rId16"/>
    <p:sldId id="361" r:id="rId17"/>
    <p:sldId id="373" r:id="rId18"/>
    <p:sldId id="358" r:id="rId19"/>
    <p:sldId id="36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B3"/>
    <a:srgbClr val="002669"/>
    <a:srgbClr val="E7E7E9"/>
    <a:srgbClr val="BCBDC1"/>
    <a:srgbClr val="636466"/>
    <a:srgbClr val="1B2435"/>
    <a:srgbClr val="8F8E93"/>
    <a:srgbClr val="997D4E"/>
    <a:srgbClr val="F7941D"/>
    <a:srgbClr val="C1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1"/>
    <p:restoredTop sz="94689"/>
  </p:normalViewPr>
  <p:slideViewPr>
    <p:cSldViewPr snapToGrid="0">
      <p:cViewPr varScale="1">
        <p:scale>
          <a:sx n="110" d="100"/>
          <a:sy n="110" d="100"/>
        </p:scale>
        <p:origin x="12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23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CBF32-5DC3-C745-84E5-44443EB56F58}" type="datetimeFigureOut">
              <a:t>2026-04-09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1BDCA-BED6-714D-AB40-BA12787FFA1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613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1217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63A7-0CB2-9D7B-1FBA-1762DE1D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91AD3-81B6-D6AB-847B-27BCE95FD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8A9830-0B23-2B68-1856-6A197562E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4E745C-7EC3-A89F-D0AE-BBB85DB68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577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ABB2E-A88D-E3CD-2407-90D80490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D3A6ED-D6F2-4775-AA35-20E31021C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BFCE92-D78E-F4A4-3C23-E041E15B1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9FBC05-BA76-9F77-98C4-252125E9B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9868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F765-5BE9-0970-B8F2-626A460C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18EF10-0C7A-BCF9-A75E-07B5B477A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D4C1E-E5DA-6CF5-3A54-6DCCF1AF1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88905B-EC0C-D646-BDA8-52994193B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2468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E41E-4FD2-5938-E382-1C71C2C3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759A3B-D068-2219-2A95-8CD4782E1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80EA31-B103-E343-EED9-7B9CE6266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5AF4F2-E05E-D4A3-41E6-5768070AE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2639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F8F6A-C0CA-6000-9D4C-5E2E4B4A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588B6D-F08F-87E8-6DB3-B34BB0012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31950-EAC0-D2E9-AA2B-998D575C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EEF80-87F4-0BD8-C899-B97653F08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9579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3F20-FDB8-D2CF-0B17-6AF42F86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929566-4C64-714A-047B-A941A26AE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EA2467-922C-889E-CD50-D87BA2A54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57FD58-16B9-2E14-03A4-94A1F2EAC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6149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2A57-4BB7-67FA-1009-2CFBC0DA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DFFE95-A0E7-4FC2-635C-6B60DD62E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110EC0-5CFB-96FB-4C43-B7583CA82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34B82A-BCF9-C4CD-57D0-206F317F3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5668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732BC-5BE0-635A-430E-0A8F638B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71A40-7B47-5D72-2EB1-9EAB9C8B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AF2E4E-5107-342A-3974-616582A76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6CF998-94F0-3973-C282-0B38B40C2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1BDCA-BED6-714D-AB40-BA12787FFA1B}" type="slidenum"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506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B0171-8C64-DEDE-28E3-FBA349B39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B6C0EA-681A-F117-B0BD-67EACA979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0BCEDF-81F2-E5CA-21C3-60BB936D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D4E7E-7134-BA65-59C5-2B9D741C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BDFF2-09DD-07E9-249F-985E08C4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479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16CB6-B59D-5E10-4499-C2AF1692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F43D55-2696-8D9A-6C0C-52C21C18D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86E1D2-03AA-8BDD-9C28-AB6169EC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1D6D8-B24E-A4A8-ABF0-4D5B8A991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9A495B-81C6-3232-8DF6-2C808393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773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79269-2D55-51A7-5AEC-440C781B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A0BE25-6AC2-F973-52BC-E4642551B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43569F-F434-74FB-0F3F-F395042B9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10E6DD-F156-FAD4-962E-415CBAC4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4609AA-51DC-89D1-54D2-FA5879C7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9ED372-DC5F-BE1D-E2F5-26489C99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221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0AA48-0D26-9FE5-C5F5-C6B01695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96090-BFD7-E058-242C-3F47E3476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3FD023-9DB9-E399-061A-A48C4BEB6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FB3E7F-0680-9839-6183-FD44979DE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982162-925F-E5B5-32EB-45F857712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57AAA8-E797-6F06-DC44-5D97107B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BD12ED-FF5A-A4E3-3FAC-2E044756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3CDFD9-B9EE-1C9B-D588-BFB483F9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507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7953C-F0C1-E36F-C457-EF057D63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7E7F85-568C-FD42-D768-809BDD32C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47877B-3CA2-13A8-1C2B-1DC1473B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B75741-1E78-9DCA-39F0-11152545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423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6F498A-AB07-1AD3-E278-5BD80F77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3B8081-C744-FD3E-F7A0-5BEC0224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36FF90-AF0E-EB55-1310-34E16FB5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798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7C38C-4D0D-D30F-92F7-5DAB84E0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C5AF68-208A-AAA4-4F6D-E5B7A41A7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7FFAD8-84F6-5514-DD17-7BCF826CD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DFC075-DBE9-8BCC-6F3E-0DDB63AD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C0E66D-A0D1-000A-BE7B-BF2C5FB8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F4531-C679-5968-856C-F5C7FFE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548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A8CC5-D0F1-E732-4380-3D94255F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E2AD07-4D39-585C-5C7C-8097DF710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350232-352A-BEA2-B619-28AF87039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C1BE08-4049-6B53-05D9-C15E087A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C4B197-DD78-4285-D0F4-2648FB38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421053-6EC7-8C31-16F4-7C889D7F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871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C67AD2-82A2-992C-204E-EB7A598A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D192CB-3548-EC94-60DA-34A81496D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2EBB6-E871-715B-3366-72B2F863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149A3C-CC20-3AE4-0777-62C64DF4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D0E60-9AAB-85F0-590D-FE83B627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774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BAC8AA-1418-628D-EC1F-8D57AD8F4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6BBC81-0AA5-D1FB-3C06-715154B9F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626DD2-98F1-8FEC-2F71-30FF93CF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868A3-5459-A431-82AA-C777A449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D79DC6-0107-C895-8279-6F580134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6C3FF-1BD9-7148-9A8C-6CE9AAE0EA7B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145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C4495-135D-AE1B-8064-91FCA715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2FFB1-9505-243A-EE62-84AEF5A4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5FECE-D9F4-5623-2713-76E23500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59091-DC44-1A98-0107-E21DC1EE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2DF5E3-57B0-8C3B-0A24-AB082633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5122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CB171-439D-2400-DBB3-41441DD0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0B786D-B12E-447B-36EF-629424490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0659F-5FBC-7665-1901-4192B37F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98A34F-A320-767B-B6D3-BDF322B8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565F71-35E4-1DFA-04F9-B62509E9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0064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8EEE3-31D3-C115-66FD-A25F7D3E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EACD73-D882-42F4-DD6B-FC7A66373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36E253-10CA-F6BD-9EB9-1C6353211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CCCE49-6E56-866A-C933-9C070EBB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EE20CC-637F-1927-305F-04576652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883E3-63C5-5B15-49CD-46777059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7310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D9373-A515-83DE-7151-594B5731D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6E7436-C825-4D83-1CAD-C15750CCB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B294F0-0428-D52E-C854-79C08D3C6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1EC100-9FD9-5CB2-E6C9-2ADBF49AA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86BE08-2F96-F3B8-A931-8432166C3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142CC8-1A11-010C-D888-E40844AC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5EF152-88BF-2CE9-B944-379F7C3A5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EFDC71-C47E-9C4C-6930-0C79CDA9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330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AEED2-41D2-CF05-6BD6-CE3C0E7B9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F3E760-7C9E-70CE-CD4F-85E0E793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8D2E6F-6143-F472-0E28-6C3BBD6E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2B24E4-A54E-E60B-CDF7-D8353546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1022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E3BDC1-5AFC-EE53-8FA1-08D2BB63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131590-77B6-61A6-2413-8DF5B8743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F47A1-8005-410B-AA95-A7FD4E03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7449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1E056-0559-BEE3-40CD-2EE480C53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08EDC-2CD5-5C39-2FA2-CB44D0046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97039A-29CA-08B4-F0C8-757F010D0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AD1B0A-916E-E139-2EF0-D381C369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84A5A-BC64-2CA8-6D04-3440462F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AC4A2F-2D9D-96D6-82EF-ECF0C8AC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006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2C3E1-464D-BD8E-E863-03AFAE42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2B6968-B511-BA92-5F5A-2E53C583D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9BA171-2F59-B537-093E-E4AB45C0D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322A44-8750-BB22-5EA2-5C2EBD92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4A1615-2814-5659-4252-09285554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202119-30E1-4A31-2676-D2B5645A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8035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ECF9B-DDDC-8B11-7EB9-F8E39697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04E713-F205-34AB-9328-D264070C5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24D58B-7ACA-4894-6555-856F6250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3EE701-221F-E367-65B9-E3B54B60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7941A-96E2-653E-C07B-9098C828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1918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A18F40-ABD7-02AC-4B48-0D0B0A0D8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F307A8-2B6F-5DCA-BE3B-4F6910DA5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A734C6-6DF8-F086-9C75-0492E2FA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5AB114-CC75-F6EC-790B-DF702B0D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D19E7-CD58-6189-C4B8-487AF37E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302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800920" y="301346"/>
            <a:ext cx="970351" cy="236812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0D0DD1-97BF-B237-5FD5-BAC0AE52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F33B7-35F9-F668-6EB7-9750B10BD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1B0BCF-AF4A-BB1A-697D-B7526A1F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D7157-93B2-3042-A820-98B45A969530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3FC8C-D6C0-B57F-EBEC-F54597287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51D9B5-B49E-083F-FB12-05C83B3FD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6C3FF-1BD9-7148-9A8C-6CE9AAE0EA7B}" type="slidenum">
              <a:t>‹#›</a:t>
            </a:fld>
            <a:endParaRPr kumimoji="1" lang="ko-KR" altLang="en-US"/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8BF91693-3BD8-5BDF-6DCC-F31656D4D5DA}"/>
              </a:ext>
            </a:extLst>
          </p:cNvPr>
          <p:cNvSpPr txBox="1">
            <a:spLocks/>
          </p:cNvSpPr>
          <p:nvPr userDrawn="1"/>
        </p:nvSpPr>
        <p:spPr>
          <a:xfrm>
            <a:off x="11109492" y="6411945"/>
            <a:ext cx="705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ore-KR"/>
            </a:defPPr>
            <a:lvl1pPr marL="0" algn="r" defTabSz="914400" rtl="0" eaLnBrk="1" latinLnBrk="0" hangingPunct="1">
              <a:defRPr sz="9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F0ACB6-BAE4-3047-AAB9-6F1B085DD44B}" type="slidenum">
              <a:rPr lang="en-US" altLang="ko-Kore-KR" sz="1000" b="1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pPr/>
              <a:t>‹#›</a:t>
            </a:fld>
            <a:endParaRPr kumimoji="1" lang="ko-Kore-KR" altLang="en-US" sz="1000" b="1">
              <a:solidFill>
                <a:schemeClr val="tx1">
                  <a:lumMod val="50000"/>
                  <a:lumOff val="50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FBA3D-2707-1C1F-8407-606F4471661F}"/>
              </a:ext>
            </a:extLst>
          </p:cNvPr>
          <p:cNvSpPr txBox="1"/>
          <p:nvPr userDrawn="1"/>
        </p:nvSpPr>
        <p:spPr>
          <a:xfrm>
            <a:off x="9918821" y="6486785"/>
            <a:ext cx="1471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COPYRIGHT© </a:t>
            </a:r>
            <a:r>
              <a:rPr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ILJIN</a:t>
            </a:r>
            <a:r>
              <a:rPr lang="en-US" altLang="ko-KR" sz="8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 Steel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Montserrat Medium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55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C300F9-6F06-6BB0-3F36-69B68EB90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BAEC56-6AF5-AE40-EF68-0915FEEFA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F31FE-DFA6-633E-BA0C-9EDBEF978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7E09A-900C-9E4B-88C9-8E9C0586BFD3}" type="datetimeFigureOut">
              <a:t>2026-04-09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E43EF3-A80D-39AA-3E43-F0836A468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DE7318-93DF-098C-150C-D3343CEDC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753DD-E714-F94F-864C-4B2C62BED61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269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A4A9-C81A-9960-D451-E8B6738E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E9DE48-39AF-6F13-C6A4-C7E384DE43F3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361F6-1276-E76E-9882-20A646E084FE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C479A-7B01-1B07-6C2F-697C9B1324C0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FDCCCFD-F5FC-B858-02B1-9F9D8C253CDE}"/>
              </a:ext>
            </a:extLst>
          </p:cNvPr>
          <p:cNvSpPr>
            <a:spLocks/>
          </p:cNvSpPr>
          <p:nvPr/>
        </p:nvSpPr>
        <p:spPr>
          <a:xfrm>
            <a:off x="479425" y="2024063"/>
            <a:ext cx="5406301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A519FDF-E4E3-A728-C2F2-4115B8636F42}"/>
              </a:ext>
            </a:extLst>
          </p:cNvPr>
          <p:cNvSpPr>
            <a:spLocks/>
          </p:cNvSpPr>
          <p:nvPr/>
        </p:nvSpPr>
        <p:spPr>
          <a:xfrm>
            <a:off x="6096000" y="2024063"/>
            <a:ext cx="5600700" cy="1216848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CD4D349-B5BB-0284-E1EC-9B077139055F}"/>
              </a:ext>
            </a:extLst>
          </p:cNvPr>
          <p:cNvSpPr>
            <a:spLocks/>
          </p:cNvSpPr>
          <p:nvPr/>
        </p:nvSpPr>
        <p:spPr>
          <a:xfrm>
            <a:off x="6096000" y="4848286"/>
            <a:ext cx="5600700" cy="1216848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6C167ED-FF9F-8E8B-EA0D-6E3221FB683B}"/>
              </a:ext>
            </a:extLst>
          </p:cNvPr>
          <p:cNvSpPr>
            <a:spLocks/>
          </p:cNvSpPr>
          <p:nvPr/>
        </p:nvSpPr>
        <p:spPr>
          <a:xfrm>
            <a:off x="6096000" y="3436175"/>
            <a:ext cx="5600700" cy="1216848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047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438D-37EC-115F-9A18-B9C9CEE2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A6FF0-2D2D-FADF-F56F-1362F07A8F40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BD5E0-C7BA-496C-9BAC-7B6A824AF174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B1698-7844-0CA3-E112-D2A22B964F57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8436278-9197-3526-4E2F-61B7864E2DFB}"/>
              </a:ext>
            </a:extLst>
          </p:cNvPr>
          <p:cNvSpPr>
            <a:spLocks/>
          </p:cNvSpPr>
          <p:nvPr/>
        </p:nvSpPr>
        <p:spPr>
          <a:xfrm>
            <a:off x="9042516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8" name="위쪽 화살표[U] 7">
            <a:extLst>
              <a:ext uri="{FF2B5EF4-FFF2-40B4-BE49-F238E27FC236}">
                <a16:creationId xmlns:a16="http://schemas.microsoft.com/office/drawing/2014/main" id="{8224904C-1A04-5BB2-B037-421DFBFB7000}"/>
              </a:ext>
            </a:extLst>
          </p:cNvPr>
          <p:cNvSpPr/>
          <p:nvPr/>
        </p:nvSpPr>
        <p:spPr>
          <a:xfrm rot="5400000">
            <a:off x="8545226" y="3614897"/>
            <a:ext cx="720647" cy="87249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DB944BD-80FD-4831-5528-1527E537F24E}"/>
              </a:ext>
            </a:extLst>
          </p:cNvPr>
          <p:cNvSpPr/>
          <p:nvPr/>
        </p:nvSpPr>
        <p:spPr>
          <a:xfrm>
            <a:off x="9434427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ACE08F-5B6B-6351-2530-5C1AF501C1AB}"/>
              </a:ext>
            </a:extLst>
          </p:cNvPr>
          <p:cNvSpPr txBox="1"/>
          <p:nvPr/>
        </p:nvSpPr>
        <p:spPr>
          <a:xfrm>
            <a:off x="10090710" y="2638112"/>
            <a:ext cx="546945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4901CF2-986E-44F1-3F58-35862652EC90}"/>
              </a:ext>
            </a:extLst>
          </p:cNvPr>
          <p:cNvSpPr/>
          <p:nvPr/>
        </p:nvSpPr>
        <p:spPr>
          <a:xfrm>
            <a:off x="9839038" y="3021317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E2A5887-219A-BFB8-EFDD-A364062B0559}"/>
              </a:ext>
            </a:extLst>
          </p:cNvPr>
          <p:cNvSpPr/>
          <p:nvPr/>
        </p:nvSpPr>
        <p:spPr>
          <a:xfrm>
            <a:off x="9222873" y="559082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D9D977B-7568-CFD0-4198-8777B6CF99EE}"/>
              </a:ext>
            </a:extLst>
          </p:cNvPr>
          <p:cNvSpPr/>
          <p:nvPr/>
        </p:nvSpPr>
        <p:spPr>
          <a:xfrm>
            <a:off x="9222873" y="5197289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A0633D15-E725-D74D-6764-DC874878C7F3}"/>
              </a:ext>
            </a:extLst>
          </p:cNvPr>
          <p:cNvSpPr/>
          <p:nvPr/>
        </p:nvSpPr>
        <p:spPr>
          <a:xfrm>
            <a:off x="9222873" y="4797963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F5837FDC-2802-432C-EE79-81C2F93062DA}"/>
              </a:ext>
            </a:extLst>
          </p:cNvPr>
          <p:cNvSpPr/>
          <p:nvPr/>
        </p:nvSpPr>
        <p:spPr>
          <a:xfrm>
            <a:off x="9222873" y="4410211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63033468-7924-D631-AF39-6339548C317E}"/>
              </a:ext>
            </a:extLst>
          </p:cNvPr>
          <p:cNvSpPr txBox="1"/>
          <p:nvPr/>
        </p:nvSpPr>
        <p:spPr>
          <a:xfrm>
            <a:off x="9318409" y="448478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771A06B-E906-CF07-AC5A-502015FFF144}"/>
              </a:ext>
            </a:extLst>
          </p:cNvPr>
          <p:cNvSpPr txBox="1"/>
          <p:nvPr/>
        </p:nvSpPr>
        <p:spPr>
          <a:xfrm>
            <a:off x="9318409" y="4871486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638A57D-3AD2-0818-3C18-F339E31D8555}"/>
              </a:ext>
            </a:extLst>
          </p:cNvPr>
          <p:cNvSpPr txBox="1"/>
          <p:nvPr/>
        </p:nvSpPr>
        <p:spPr>
          <a:xfrm>
            <a:off x="9318409" y="528309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C1208B4F-1160-CFEE-956A-D2C1973EB9F6}"/>
              </a:ext>
            </a:extLst>
          </p:cNvPr>
          <p:cNvSpPr txBox="1"/>
          <p:nvPr/>
        </p:nvSpPr>
        <p:spPr>
          <a:xfrm>
            <a:off x="9318409" y="566281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8493AA36-B73D-65E9-385B-183CDB5B2AB3}"/>
              </a:ext>
            </a:extLst>
          </p:cNvPr>
          <p:cNvSpPr>
            <a:spLocks/>
          </p:cNvSpPr>
          <p:nvPr/>
        </p:nvSpPr>
        <p:spPr>
          <a:xfrm>
            <a:off x="6190053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29" name="위쪽 화살표[U] 28">
            <a:extLst>
              <a:ext uri="{FF2B5EF4-FFF2-40B4-BE49-F238E27FC236}">
                <a16:creationId xmlns:a16="http://schemas.microsoft.com/office/drawing/2014/main" id="{20C86CB3-2F34-B41D-AEDC-CBB6A1B0B42F}"/>
              </a:ext>
            </a:extLst>
          </p:cNvPr>
          <p:cNvSpPr/>
          <p:nvPr/>
        </p:nvSpPr>
        <p:spPr>
          <a:xfrm rot="5400000">
            <a:off x="5692763" y="3614898"/>
            <a:ext cx="720647" cy="87249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7E1ACD13-645E-E3DB-65A9-46B3501D4343}"/>
              </a:ext>
            </a:extLst>
          </p:cNvPr>
          <p:cNvSpPr/>
          <p:nvPr/>
        </p:nvSpPr>
        <p:spPr>
          <a:xfrm>
            <a:off x="6587751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C89F2EEE-EB2F-B779-EAF1-1443F9615D47}"/>
              </a:ext>
            </a:extLst>
          </p:cNvPr>
          <p:cNvSpPr txBox="1"/>
          <p:nvPr/>
        </p:nvSpPr>
        <p:spPr>
          <a:xfrm>
            <a:off x="7244034" y="2638112"/>
            <a:ext cx="546945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533E458-1F26-1562-7F2D-08FBCD6437C4}"/>
              </a:ext>
            </a:extLst>
          </p:cNvPr>
          <p:cNvSpPr/>
          <p:nvPr/>
        </p:nvSpPr>
        <p:spPr>
          <a:xfrm>
            <a:off x="6986575" y="3021317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1403C0D-4C45-D606-B193-9457C08B5A50}"/>
              </a:ext>
            </a:extLst>
          </p:cNvPr>
          <p:cNvSpPr/>
          <p:nvPr/>
        </p:nvSpPr>
        <p:spPr>
          <a:xfrm>
            <a:off x="6370410" y="559082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AE97300E-BD77-98EF-EE5A-361A70E237B9}"/>
              </a:ext>
            </a:extLst>
          </p:cNvPr>
          <p:cNvSpPr/>
          <p:nvPr/>
        </p:nvSpPr>
        <p:spPr>
          <a:xfrm>
            <a:off x="6370410" y="5197289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A83361F1-CA4B-EBC8-0D07-C84454F2FD40}"/>
              </a:ext>
            </a:extLst>
          </p:cNvPr>
          <p:cNvSpPr/>
          <p:nvPr/>
        </p:nvSpPr>
        <p:spPr>
          <a:xfrm>
            <a:off x="6370410" y="4797963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E3AB9F44-E44E-ACBA-DE83-80B32C948D41}"/>
              </a:ext>
            </a:extLst>
          </p:cNvPr>
          <p:cNvSpPr/>
          <p:nvPr/>
        </p:nvSpPr>
        <p:spPr>
          <a:xfrm>
            <a:off x="6370410" y="4410211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FCD16562-553C-9E3A-BAA3-CAA363ABDE80}"/>
              </a:ext>
            </a:extLst>
          </p:cNvPr>
          <p:cNvSpPr txBox="1"/>
          <p:nvPr/>
        </p:nvSpPr>
        <p:spPr>
          <a:xfrm>
            <a:off x="6465946" y="448478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44913D33-A185-673B-5A8B-81476E4E8BCF}"/>
              </a:ext>
            </a:extLst>
          </p:cNvPr>
          <p:cNvSpPr txBox="1"/>
          <p:nvPr/>
        </p:nvSpPr>
        <p:spPr>
          <a:xfrm>
            <a:off x="6465946" y="4871486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70028777-A68A-647E-F5BA-EC8CF0FC5182}"/>
              </a:ext>
            </a:extLst>
          </p:cNvPr>
          <p:cNvSpPr txBox="1"/>
          <p:nvPr/>
        </p:nvSpPr>
        <p:spPr>
          <a:xfrm>
            <a:off x="6465946" y="528309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00348A85-75FB-B1F3-2F63-0659ADBD4D8E}"/>
              </a:ext>
            </a:extLst>
          </p:cNvPr>
          <p:cNvSpPr txBox="1"/>
          <p:nvPr/>
        </p:nvSpPr>
        <p:spPr>
          <a:xfrm>
            <a:off x="6465946" y="566281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47F73B86-B817-FA6D-6D03-FA83BB94EC93}"/>
              </a:ext>
            </a:extLst>
          </p:cNvPr>
          <p:cNvSpPr>
            <a:spLocks/>
          </p:cNvSpPr>
          <p:nvPr/>
        </p:nvSpPr>
        <p:spPr>
          <a:xfrm>
            <a:off x="3337591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9BF15E4F-1537-1667-674B-336EB9C78A8B}"/>
              </a:ext>
            </a:extLst>
          </p:cNvPr>
          <p:cNvSpPr/>
          <p:nvPr/>
        </p:nvSpPr>
        <p:spPr>
          <a:xfrm>
            <a:off x="3517948" y="559082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0F0BC18B-F664-AEA5-2E3A-4DCB1D7FADD0}"/>
              </a:ext>
            </a:extLst>
          </p:cNvPr>
          <p:cNvSpPr/>
          <p:nvPr/>
        </p:nvSpPr>
        <p:spPr>
          <a:xfrm>
            <a:off x="3517948" y="5197289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AACEB0DA-A32A-1489-8945-2A61EA35A149}"/>
              </a:ext>
            </a:extLst>
          </p:cNvPr>
          <p:cNvSpPr/>
          <p:nvPr/>
        </p:nvSpPr>
        <p:spPr>
          <a:xfrm>
            <a:off x="3517948" y="4797963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16068354-4D53-BA8A-5520-5EECAF2D5A2D}"/>
              </a:ext>
            </a:extLst>
          </p:cNvPr>
          <p:cNvSpPr/>
          <p:nvPr/>
        </p:nvSpPr>
        <p:spPr>
          <a:xfrm>
            <a:off x="3517948" y="4410211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48" name="위쪽 화살표[U] 47">
            <a:extLst>
              <a:ext uri="{FF2B5EF4-FFF2-40B4-BE49-F238E27FC236}">
                <a16:creationId xmlns:a16="http://schemas.microsoft.com/office/drawing/2014/main" id="{928D21CB-442C-595D-10E8-054821A989B6}"/>
              </a:ext>
            </a:extLst>
          </p:cNvPr>
          <p:cNvSpPr/>
          <p:nvPr/>
        </p:nvSpPr>
        <p:spPr>
          <a:xfrm rot="5400000">
            <a:off x="2828157" y="3614898"/>
            <a:ext cx="720647" cy="87249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64AEF098-E397-3F46-95A9-CA40A17A9706}"/>
              </a:ext>
            </a:extLst>
          </p:cNvPr>
          <p:cNvSpPr/>
          <p:nvPr/>
        </p:nvSpPr>
        <p:spPr>
          <a:xfrm>
            <a:off x="3735289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D6A52F6D-FACD-7417-EDE7-BD0A1CD49FC0}"/>
              </a:ext>
            </a:extLst>
          </p:cNvPr>
          <p:cNvSpPr txBox="1"/>
          <p:nvPr/>
        </p:nvSpPr>
        <p:spPr>
          <a:xfrm>
            <a:off x="4391572" y="2638112"/>
            <a:ext cx="546945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E1A75F0A-84F2-5E26-FF6B-A04E648CABF1}"/>
              </a:ext>
            </a:extLst>
          </p:cNvPr>
          <p:cNvSpPr/>
          <p:nvPr/>
        </p:nvSpPr>
        <p:spPr>
          <a:xfrm>
            <a:off x="4134113" y="3021317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D46F0498-BE95-6162-ECC2-BA88E7DE1B3D}"/>
              </a:ext>
            </a:extLst>
          </p:cNvPr>
          <p:cNvSpPr txBox="1"/>
          <p:nvPr/>
        </p:nvSpPr>
        <p:spPr>
          <a:xfrm>
            <a:off x="3613484" y="448478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66F30BCC-A276-C2DE-9043-142C474A48B0}"/>
              </a:ext>
            </a:extLst>
          </p:cNvPr>
          <p:cNvSpPr txBox="1"/>
          <p:nvPr/>
        </p:nvSpPr>
        <p:spPr>
          <a:xfrm>
            <a:off x="3613484" y="4871486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CE20B8-036D-7398-135F-D5906497D711}"/>
              </a:ext>
            </a:extLst>
          </p:cNvPr>
          <p:cNvSpPr txBox="1"/>
          <p:nvPr/>
        </p:nvSpPr>
        <p:spPr>
          <a:xfrm>
            <a:off x="3613484" y="528309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A0465B88-88AD-A1D5-3FEA-9B47E936A7FF}"/>
              </a:ext>
            </a:extLst>
          </p:cNvPr>
          <p:cNvSpPr txBox="1"/>
          <p:nvPr/>
        </p:nvSpPr>
        <p:spPr>
          <a:xfrm>
            <a:off x="3613484" y="566281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E730B7A9-88E1-958D-3761-174FC98272BE}"/>
              </a:ext>
            </a:extLst>
          </p:cNvPr>
          <p:cNvSpPr>
            <a:spLocks/>
          </p:cNvSpPr>
          <p:nvPr/>
        </p:nvSpPr>
        <p:spPr>
          <a:xfrm>
            <a:off x="485129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B0DF9DDC-3E99-5733-8F1F-BBCF082BFF08}"/>
              </a:ext>
            </a:extLst>
          </p:cNvPr>
          <p:cNvSpPr/>
          <p:nvPr/>
        </p:nvSpPr>
        <p:spPr>
          <a:xfrm>
            <a:off x="665486" y="559082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264800EF-725D-3E4A-97A5-D8BF546B2360}"/>
              </a:ext>
            </a:extLst>
          </p:cNvPr>
          <p:cNvSpPr/>
          <p:nvPr/>
        </p:nvSpPr>
        <p:spPr>
          <a:xfrm>
            <a:off x="665486" y="5197289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AE6473D8-22CC-5CEB-C7CF-61268230EFC8}"/>
              </a:ext>
            </a:extLst>
          </p:cNvPr>
          <p:cNvSpPr/>
          <p:nvPr/>
        </p:nvSpPr>
        <p:spPr>
          <a:xfrm>
            <a:off x="665486" y="4797963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2A19269C-1855-035F-E824-B91910644084}"/>
              </a:ext>
            </a:extLst>
          </p:cNvPr>
          <p:cNvSpPr/>
          <p:nvPr/>
        </p:nvSpPr>
        <p:spPr>
          <a:xfrm>
            <a:off x="665486" y="4410211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3" name="모서리가 둥근 직사각형 62">
            <a:extLst>
              <a:ext uri="{FF2B5EF4-FFF2-40B4-BE49-F238E27FC236}">
                <a16:creationId xmlns:a16="http://schemas.microsoft.com/office/drawing/2014/main" id="{6D9A8C40-C7CB-5AF1-DCF4-2233CD1664A1}"/>
              </a:ext>
            </a:extLst>
          </p:cNvPr>
          <p:cNvSpPr/>
          <p:nvPr/>
        </p:nvSpPr>
        <p:spPr>
          <a:xfrm>
            <a:off x="882827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99A05C74-DFF5-30D6-2DCF-23D0E9A9EC58}"/>
              </a:ext>
            </a:extLst>
          </p:cNvPr>
          <p:cNvSpPr txBox="1"/>
          <p:nvPr/>
        </p:nvSpPr>
        <p:spPr>
          <a:xfrm>
            <a:off x="761022" y="448478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Montserrat" pitchFamily="2" charset="0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66" name="Text 9">
            <a:extLst>
              <a:ext uri="{FF2B5EF4-FFF2-40B4-BE49-F238E27FC236}">
                <a16:creationId xmlns:a16="http://schemas.microsoft.com/office/drawing/2014/main" id="{24CC19B0-2D7B-2F68-183A-2453F3120E69}"/>
              </a:ext>
            </a:extLst>
          </p:cNvPr>
          <p:cNvSpPr txBox="1"/>
          <p:nvPr/>
        </p:nvSpPr>
        <p:spPr>
          <a:xfrm>
            <a:off x="761022" y="4884106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Montserrat" pitchFamily="2" charset="0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457B8E4D-8570-3A09-A802-FD7B71AA2464}"/>
              </a:ext>
            </a:extLst>
          </p:cNvPr>
          <p:cNvSpPr txBox="1"/>
          <p:nvPr/>
        </p:nvSpPr>
        <p:spPr>
          <a:xfrm>
            <a:off x="761022" y="5281265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Montserrat" pitchFamily="2" charset="0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6AA7D771-DDC7-FE5D-A6C4-456722314679}"/>
              </a:ext>
            </a:extLst>
          </p:cNvPr>
          <p:cNvSpPr txBox="1"/>
          <p:nvPr/>
        </p:nvSpPr>
        <p:spPr>
          <a:xfrm>
            <a:off x="761022" y="566281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Montserrat" pitchFamily="2" charset="0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69" name="TextBox 17">
            <a:extLst>
              <a:ext uri="{FF2B5EF4-FFF2-40B4-BE49-F238E27FC236}">
                <a16:creationId xmlns:a16="http://schemas.microsoft.com/office/drawing/2014/main" id="{7C448B86-9A5F-6695-EB2F-45B2B08B108B}"/>
              </a:ext>
            </a:extLst>
          </p:cNvPr>
          <p:cNvSpPr txBox="1"/>
          <p:nvPr/>
        </p:nvSpPr>
        <p:spPr>
          <a:xfrm>
            <a:off x="1539109" y="2638112"/>
            <a:ext cx="546945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TITLE</a:t>
            </a:r>
            <a:endParaRPr lang="en" altLang="ko-KR" sz="1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2485CC1A-5EE7-94B5-164A-5910FC1CF965}"/>
              </a:ext>
            </a:extLst>
          </p:cNvPr>
          <p:cNvSpPr/>
          <p:nvPr/>
        </p:nvSpPr>
        <p:spPr>
          <a:xfrm>
            <a:off x="1281651" y="3021317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4691AB7-EBC9-8019-DA98-A673467AAFD6}"/>
              </a:ext>
            </a:extLst>
          </p:cNvPr>
          <p:cNvSpPr txBox="1"/>
          <p:nvPr/>
        </p:nvSpPr>
        <p:spPr>
          <a:xfrm>
            <a:off x="1503042" y="2291190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8CCDE837-0DE5-0D0F-1F04-5FE4889F06E6}"/>
              </a:ext>
            </a:extLst>
          </p:cNvPr>
          <p:cNvSpPr txBox="1"/>
          <p:nvPr/>
        </p:nvSpPr>
        <p:spPr>
          <a:xfrm>
            <a:off x="4355504" y="2291190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9BABAA1F-1347-414D-99AE-FF1E69AE0440}"/>
              </a:ext>
            </a:extLst>
          </p:cNvPr>
          <p:cNvSpPr txBox="1"/>
          <p:nvPr/>
        </p:nvSpPr>
        <p:spPr>
          <a:xfrm>
            <a:off x="7207966" y="2291190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86E7EDF0-AD48-F168-A8CD-C204E9650E4F}"/>
              </a:ext>
            </a:extLst>
          </p:cNvPr>
          <p:cNvSpPr txBox="1"/>
          <p:nvPr/>
        </p:nvSpPr>
        <p:spPr>
          <a:xfrm>
            <a:off x="10054642" y="2291190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584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826CC-43D4-08A2-6F18-DFBC7B0E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6D2852-4FB4-ECA6-DE25-D488F5BCBDA7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CCA50-64E2-469C-193F-AE997BD18F20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A701C-0966-6F78-887B-30DE7B8FB0E8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1C10095-2D2E-8D5D-02D7-3A837B95D1E1}"/>
              </a:ext>
            </a:extLst>
          </p:cNvPr>
          <p:cNvSpPr>
            <a:spLocks/>
          </p:cNvSpPr>
          <p:nvPr/>
        </p:nvSpPr>
        <p:spPr>
          <a:xfrm>
            <a:off x="8086725" y="2024063"/>
            <a:ext cx="3617534" cy="4033838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08E1C91-77A5-32DB-3D41-76888B0F56D8}"/>
              </a:ext>
            </a:extLst>
          </p:cNvPr>
          <p:cNvSpPr>
            <a:spLocks/>
          </p:cNvSpPr>
          <p:nvPr/>
        </p:nvSpPr>
        <p:spPr>
          <a:xfrm>
            <a:off x="4287233" y="2024063"/>
            <a:ext cx="3617534" cy="4033838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7475AA4-82D6-F1CA-5C7C-50CA265A8855}"/>
              </a:ext>
            </a:extLst>
          </p:cNvPr>
          <p:cNvSpPr>
            <a:spLocks/>
          </p:cNvSpPr>
          <p:nvPr/>
        </p:nvSpPr>
        <p:spPr>
          <a:xfrm>
            <a:off x="479425" y="2024063"/>
            <a:ext cx="3617534" cy="4033838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29A57A0-C352-8C46-DCF9-2E0E820B672C}"/>
              </a:ext>
            </a:extLst>
          </p:cNvPr>
          <p:cNvSpPr/>
          <p:nvPr/>
        </p:nvSpPr>
        <p:spPr>
          <a:xfrm>
            <a:off x="1358437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76C4D85C-F65F-90DF-E3E7-EDEAAF1F3167}"/>
              </a:ext>
            </a:extLst>
          </p:cNvPr>
          <p:cNvSpPr txBox="1"/>
          <p:nvPr/>
        </p:nvSpPr>
        <p:spPr>
          <a:xfrm>
            <a:off x="1978655" y="2290871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7D78777F-613A-E7F4-F590-0E15893F42CA}"/>
              </a:ext>
            </a:extLst>
          </p:cNvPr>
          <p:cNvSpPr txBox="1"/>
          <p:nvPr/>
        </p:nvSpPr>
        <p:spPr>
          <a:xfrm>
            <a:off x="2167005" y="2638112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CC191A9-A256-F8F9-12E7-13820C2A2139}"/>
              </a:ext>
            </a:extLst>
          </p:cNvPr>
          <p:cNvSpPr/>
          <p:nvPr/>
        </p:nvSpPr>
        <p:spPr>
          <a:xfrm>
            <a:off x="5166245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97CE0D43-5C55-E967-6BBC-F43D477CB793}"/>
              </a:ext>
            </a:extLst>
          </p:cNvPr>
          <p:cNvSpPr txBox="1"/>
          <p:nvPr/>
        </p:nvSpPr>
        <p:spPr>
          <a:xfrm>
            <a:off x="5786462" y="2290871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F518F9F9-1B51-F5B4-2CC1-E7AAFD5EB56E}"/>
              </a:ext>
            </a:extLst>
          </p:cNvPr>
          <p:cNvSpPr txBox="1"/>
          <p:nvPr/>
        </p:nvSpPr>
        <p:spPr>
          <a:xfrm>
            <a:off x="5974813" y="2638112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F01E3398-132F-12E0-295F-14C56003A7DD}"/>
              </a:ext>
            </a:extLst>
          </p:cNvPr>
          <p:cNvSpPr/>
          <p:nvPr/>
        </p:nvSpPr>
        <p:spPr>
          <a:xfrm>
            <a:off x="8965737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FCAA80A1-3DC3-20EB-793D-43076AB66C34}"/>
              </a:ext>
            </a:extLst>
          </p:cNvPr>
          <p:cNvSpPr txBox="1"/>
          <p:nvPr/>
        </p:nvSpPr>
        <p:spPr>
          <a:xfrm>
            <a:off x="9585953" y="2290871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64" name="TextBox 17">
            <a:extLst>
              <a:ext uri="{FF2B5EF4-FFF2-40B4-BE49-F238E27FC236}">
                <a16:creationId xmlns:a16="http://schemas.microsoft.com/office/drawing/2014/main" id="{88DC2889-4BF4-2E3E-F4C9-D47D846D47A3}"/>
              </a:ext>
            </a:extLst>
          </p:cNvPr>
          <p:cNvSpPr txBox="1"/>
          <p:nvPr/>
        </p:nvSpPr>
        <p:spPr>
          <a:xfrm>
            <a:off x="9774305" y="2638112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FA3447D9-653A-8F09-0318-214FDAD5E8A0}"/>
              </a:ext>
            </a:extLst>
          </p:cNvPr>
          <p:cNvSpPr txBox="1"/>
          <p:nvPr/>
        </p:nvSpPr>
        <p:spPr>
          <a:xfrm>
            <a:off x="2166203" y="5606217"/>
            <a:ext cx="243978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002669"/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72" name="TextBox 17">
            <a:extLst>
              <a:ext uri="{FF2B5EF4-FFF2-40B4-BE49-F238E27FC236}">
                <a16:creationId xmlns:a16="http://schemas.microsoft.com/office/drawing/2014/main" id="{69C7567E-A3D7-3C36-3368-1961C5A0C286}"/>
              </a:ext>
            </a:extLst>
          </p:cNvPr>
          <p:cNvSpPr txBox="1"/>
          <p:nvPr/>
        </p:nvSpPr>
        <p:spPr>
          <a:xfrm>
            <a:off x="5974011" y="5606217"/>
            <a:ext cx="243978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002669"/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73" name="TextBox 17">
            <a:extLst>
              <a:ext uri="{FF2B5EF4-FFF2-40B4-BE49-F238E27FC236}">
                <a16:creationId xmlns:a16="http://schemas.microsoft.com/office/drawing/2014/main" id="{860B27AC-5D61-9C7C-A0E2-AB689159FD87}"/>
              </a:ext>
            </a:extLst>
          </p:cNvPr>
          <p:cNvSpPr txBox="1"/>
          <p:nvPr/>
        </p:nvSpPr>
        <p:spPr>
          <a:xfrm>
            <a:off x="9773503" y="5606217"/>
            <a:ext cx="243978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002669"/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0AD0097-03F3-4212-7C43-A414F675D2BB}"/>
              </a:ext>
            </a:extLst>
          </p:cNvPr>
          <p:cNvSpPr/>
          <p:nvPr/>
        </p:nvSpPr>
        <p:spPr>
          <a:xfrm>
            <a:off x="1757261" y="3245688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0C0B725C-09A2-5B06-CE62-9D6FD0366B8C}"/>
              </a:ext>
            </a:extLst>
          </p:cNvPr>
          <p:cNvSpPr/>
          <p:nvPr/>
        </p:nvSpPr>
        <p:spPr>
          <a:xfrm>
            <a:off x="5565069" y="3245688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6FD96012-729A-DD96-F83E-42CBC51BF1FD}"/>
              </a:ext>
            </a:extLst>
          </p:cNvPr>
          <p:cNvSpPr/>
          <p:nvPr/>
        </p:nvSpPr>
        <p:spPr>
          <a:xfrm>
            <a:off x="9364561" y="3245688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40496F54-0F2C-8D6B-DDDE-E118D0198A07}"/>
              </a:ext>
            </a:extLst>
          </p:cNvPr>
          <p:cNvSpPr txBox="1"/>
          <p:nvPr/>
        </p:nvSpPr>
        <p:spPr>
          <a:xfrm>
            <a:off x="756572" y="4953513"/>
            <a:ext cx="3063240" cy="228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35000"/>
              </a:lnSpc>
              <a:defRPr sz="900">
                <a:solidFill>
                  <a:srgbClr val="374151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pPr>
            <a:r>
              <a:rPr lang="en-US" altLang="ko-KR" sz="1100" dirty="0" err="1"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sz="1100" b="1" dirty="0"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Text 8">
            <a:extLst>
              <a:ext uri="{FF2B5EF4-FFF2-40B4-BE49-F238E27FC236}">
                <a16:creationId xmlns:a16="http://schemas.microsoft.com/office/drawing/2014/main" id="{88ECCE7D-EA06-CDF3-C080-00971C53C29F}"/>
              </a:ext>
            </a:extLst>
          </p:cNvPr>
          <p:cNvSpPr txBox="1"/>
          <p:nvPr/>
        </p:nvSpPr>
        <p:spPr>
          <a:xfrm>
            <a:off x="4564380" y="4953513"/>
            <a:ext cx="3063240" cy="228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b="1" dirty="0"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8EBFA8E9-CCAA-66B6-3D35-BFB815AD4BDA}"/>
              </a:ext>
            </a:extLst>
          </p:cNvPr>
          <p:cNvSpPr txBox="1"/>
          <p:nvPr/>
        </p:nvSpPr>
        <p:spPr>
          <a:xfrm>
            <a:off x="8363872" y="4953513"/>
            <a:ext cx="3063240" cy="228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en" altLang="ko-KR" b="1" dirty="0"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78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7ADEE-608D-5612-9BAC-92EE763F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AFE4158-828A-26A6-915E-4DBDF9512478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E9C0E-6221-2742-E171-7B0A7248CDB4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EBD9A-C49B-F15F-0B3E-4BA1FDCDAC13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3EDA774-09D2-3534-AB23-401328D75205}"/>
              </a:ext>
            </a:extLst>
          </p:cNvPr>
          <p:cNvSpPr>
            <a:spLocks/>
          </p:cNvSpPr>
          <p:nvPr/>
        </p:nvSpPr>
        <p:spPr>
          <a:xfrm>
            <a:off x="479426" y="2024063"/>
            <a:ext cx="7831452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5D747B6-D666-44A3-5DCB-B71F235931F7}"/>
              </a:ext>
            </a:extLst>
          </p:cNvPr>
          <p:cNvSpPr/>
          <p:nvPr/>
        </p:nvSpPr>
        <p:spPr>
          <a:xfrm>
            <a:off x="3527548" y="2275482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latin typeface="Montserrat" pitchFamily="2" charset="0"/>
                <a:sym typeface="맑은 고딕"/>
              </a:rPr>
              <a:t>TITLE</a:t>
            </a:r>
            <a:endParaRPr kumimoji="1" lang="ko-KR" altLang="en-US" b="1" dirty="0">
              <a:latin typeface="Montserrat" pitchFamily="2" charset="0"/>
              <a:sym typeface="맑은 고딕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35A612D-E8B2-5577-32E0-9909580CF94A}"/>
              </a:ext>
            </a:extLst>
          </p:cNvPr>
          <p:cNvSpPr>
            <a:spLocks/>
          </p:cNvSpPr>
          <p:nvPr/>
        </p:nvSpPr>
        <p:spPr>
          <a:xfrm>
            <a:off x="8435805" y="2041664"/>
            <a:ext cx="3260895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A144A18-F5B2-7DE3-C325-BE640891E381}"/>
              </a:ext>
            </a:extLst>
          </p:cNvPr>
          <p:cNvSpPr/>
          <p:nvPr/>
        </p:nvSpPr>
        <p:spPr>
          <a:xfrm>
            <a:off x="9198648" y="2293083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latin typeface="Montserrat" pitchFamily="2" charset="0"/>
                <a:sym typeface="맑은 고딕"/>
              </a:rPr>
              <a:t>TITLE</a:t>
            </a:r>
            <a:endParaRPr kumimoji="1" lang="ko-KR" altLang="en-US" b="1" dirty="0">
              <a:latin typeface="Montserrat" pitchFamily="2" charset="0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88920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687C-C626-5ED8-30F9-9D784607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2DE407C-B41C-DF16-36C5-EFD888639FAE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E26815-73AD-AADE-A2C3-46EB2B9707B5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FC93CE-F317-B805-810E-644CD597C1D2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5253CDA-21C6-7CD7-BF98-797906EFC179}"/>
              </a:ext>
            </a:extLst>
          </p:cNvPr>
          <p:cNvSpPr>
            <a:spLocks/>
          </p:cNvSpPr>
          <p:nvPr/>
        </p:nvSpPr>
        <p:spPr>
          <a:xfrm>
            <a:off x="479426" y="2024063"/>
            <a:ext cx="3260895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37F25708-6263-7F97-F939-B00E1EA06E58}"/>
              </a:ext>
            </a:extLst>
          </p:cNvPr>
          <p:cNvSpPr>
            <a:spLocks/>
          </p:cNvSpPr>
          <p:nvPr/>
        </p:nvSpPr>
        <p:spPr>
          <a:xfrm>
            <a:off x="3865248" y="2024063"/>
            <a:ext cx="7831452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00266AF-A92F-FAF5-F422-9559988B315C}"/>
              </a:ext>
            </a:extLst>
          </p:cNvPr>
          <p:cNvSpPr/>
          <p:nvPr/>
        </p:nvSpPr>
        <p:spPr>
          <a:xfrm>
            <a:off x="6913370" y="2275482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>
                <a:latin typeface="Montserrat" pitchFamily="2" charset="0"/>
                <a:sym typeface="맑은 고딕"/>
              </a:rPr>
              <a:t>TITLE</a:t>
            </a:r>
            <a:endParaRPr kumimoji="1" lang="ko-KR" altLang="en-US" b="1">
              <a:latin typeface="Montserrat" pitchFamily="2" charset="0"/>
              <a:sym typeface="맑은 고딕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B14B4295-8431-61F7-E302-78480666248D}"/>
              </a:ext>
            </a:extLst>
          </p:cNvPr>
          <p:cNvSpPr/>
          <p:nvPr/>
        </p:nvSpPr>
        <p:spPr>
          <a:xfrm>
            <a:off x="1242269" y="2275482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>
                <a:latin typeface="Montserrat" pitchFamily="2" charset="0"/>
                <a:sym typeface="맑은 고딕"/>
              </a:rPr>
              <a:t>TITLE</a:t>
            </a:r>
            <a:endParaRPr kumimoji="1" lang="ko-KR" altLang="en-US" b="1">
              <a:latin typeface="Montserrat" pitchFamily="2" charset="0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338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6607-92DE-9120-3463-F1646356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22C90F-F2B0-A251-7ED2-99EBD653B66A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9611F-6DCE-181E-5942-0EC72DE4A8E3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59F88-B3C3-FBD3-987E-26EBEDCE6017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C5237E3-5FD8-4641-93B3-6A6C984BD34B}"/>
              </a:ext>
            </a:extLst>
          </p:cNvPr>
          <p:cNvGrpSpPr/>
          <p:nvPr/>
        </p:nvGrpSpPr>
        <p:grpSpPr>
          <a:xfrm>
            <a:off x="9865650" y="2024063"/>
            <a:ext cx="1831926" cy="1805740"/>
            <a:chOff x="1194978" y="1532655"/>
            <a:chExt cx="2480866" cy="2445404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CF189AC-1E20-C610-0C4D-9317B430CD6B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89D627D-1B6A-9779-2B5A-B55F1AE2D5FE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</p:grpSp>
      <p:sp>
        <p:nvSpPr>
          <p:cNvPr id="9" name="위쪽 화살표[U] 8">
            <a:extLst>
              <a:ext uri="{FF2B5EF4-FFF2-40B4-BE49-F238E27FC236}">
                <a16:creationId xmlns:a16="http://schemas.microsoft.com/office/drawing/2014/main" id="{4E2B865A-D1FE-C525-4725-FDEB3C95D303}"/>
              </a:ext>
            </a:extLst>
          </p:cNvPr>
          <p:cNvSpPr/>
          <p:nvPr/>
        </p:nvSpPr>
        <p:spPr>
          <a:xfrm rot="5400000">
            <a:off x="9002735" y="2252561"/>
            <a:ext cx="829752" cy="134874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DCB44F8-6F5C-4473-3B8C-FC4668F35D22}"/>
              </a:ext>
            </a:extLst>
          </p:cNvPr>
          <p:cNvGrpSpPr/>
          <p:nvPr/>
        </p:nvGrpSpPr>
        <p:grpSpPr>
          <a:xfrm>
            <a:off x="7431337" y="2024063"/>
            <a:ext cx="1831926" cy="1805740"/>
            <a:chOff x="1194978" y="1532655"/>
            <a:chExt cx="2480866" cy="2445404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3897FF7-EC6F-A8B2-C0F9-6629B4EC2EE3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718974D-8AEB-CDE7-FFE7-D30602596735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</p:grpSp>
      <p:sp>
        <p:nvSpPr>
          <p:cNvPr id="16" name="위쪽 화살표[U] 15">
            <a:extLst>
              <a:ext uri="{FF2B5EF4-FFF2-40B4-BE49-F238E27FC236}">
                <a16:creationId xmlns:a16="http://schemas.microsoft.com/office/drawing/2014/main" id="{1CE805DF-3D59-6997-8303-6B73C51D4F92}"/>
              </a:ext>
            </a:extLst>
          </p:cNvPr>
          <p:cNvSpPr/>
          <p:nvPr/>
        </p:nvSpPr>
        <p:spPr>
          <a:xfrm rot="5400000">
            <a:off x="6568422" y="2252561"/>
            <a:ext cx="829752" cy="134874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4645A45-1D39-EFC6-09BF-C09DCF5A1293}"/>
              </a:ext>
            </a:extLst>
          </p:cNvPr>
          <p:cNvGrpSpPr/>
          <p:nvPr/>
        </p:nvGrpSpPr>
        <p:grpSpPr>
          <a:xfrm>
            <a:off x="4997025" y="2024063"/>
            <a:ext cx="1831926" cy="1805740"/>
            <a:chOff x="1194978" y="1532655"/>
            <a:chExt cx="2480866" cy="244540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404815B0-C73C-D3D8-B571-2507C50F5DC9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6F87C277-3779-3067-E3B6-A5252CEE9E22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</p:grp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09B467B-6F66-A67E-91EB-D3497AD9C069}"/>
              </a:ext>
            </a:extLst>
          </p:cNvPr>
          <p:cNvSpPr>
            <a:spLocks/>
          </p:cNvSpPr>
          <p:nvPr/>
        </p:nvSpPr>
        <p:spPr>
          <a:xfrm>
            <a:off x="479427" y="4601891"/>
            <a:ext cx="5267366" cy="1460771"/>
          </a:xfrm>
          <a:prstGeom prst="roundRect">
            <a:avLst>
              <a:gd name="adj" fmla="val 12246"/>
            </a:avLst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1D84D5F-79EC-AF23-E75F-34030EAA3126}"/>
              </a:ext>
            </a:extLst>
          </p:cNvPr>
          <p:cNvSpPr>
            <a:spLocks/>
          </p:cNvSpPr>
          <p:nvPr/>
        </p:nvSpPr>
        <p:spPr>
          <a:xfrm>
            <a:off x="6430379" y="4601891"/>
            <a:ext cx="5267366" cy="1460771"/>
          </a:xfrm>
          <a:prstGeom prst="roundRect">
            <a:avLst>
              <a:gd name="adj" fmla="val 1224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24" name="위쪽 화살표[U] 23">
            <a:extLst>
              <a:ext uri="{FF2B5EF4-FFF2-40B4-BE49-F238E27FC236}">
                <a16:creationId xmlns:a16="http://schemas.microsoft.com/office/drawing/2014/main" id="{E7DBDAA8-F057-CBAB-D971-C2DCA593ED0C}"/>
              </a:ext>
            </a:extLst>
          </p:cNvPr>
          <p:cNvSpPr/>
          <p:nvPr/>
        </p:nvSpPr>
        <p:spPr>
          <a:xfrm rot="5400000">
            <a:off x="5802828" y="5027237"/>
            <a:ext cx="485657" cy="610077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6E747F5B-D9CA-47D3-F714-3ECBE8CCD169}"/>
              </a:ext>
            </a:extLst>
          </p:cNvPr>
          <p:cNvSpPr/>
          <p:nvPr/>
        </p:nvSpPr>
        <p:spPr>
          <a:xfrm>
            <a:off x="2183355" y="4793656"/>
            <a:ext cx="1859511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191DB-A550-E857-5535-EAF8539A4F1C}"/>
              </a:ext>
            </a:extLst>
          </p:cNvPr>
          <p:cNvSpPr txBox="1"/>
          <p:nvPr/>
        </p:nvSpPr>
        <p:spPr>
          <a:xfrm>
            <a:off x="1274526" y="535412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Montserrat" pitchFamily="2" charset="0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41585E-580E-8FAB-C428-6EB9297D5358}"/>
              </a:ext>
            </a:extLst>
          </p:cNvPr>
          <p:cNvSpPr txBox="1"/>
          <p:nvPr/>
        </p:nvSpPr>
        <p:spPr>
          <a:xfrm>
            <a:off x="1268914" y="5567643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163F4-022F-C462-1A76-612563B4C9C7}"/>
              </a:ext>
            </a:extLst>
          </p:cNvPr>
          <p:cNvSpPr txBox="1"/>
          <p:nvPr/>
        </p:nvSpPr>
        <p:spPr>
          <a:xfrm>
            <a:off x="2957991" y="535412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Montserrat" pitchFamily="2" charset="0"/>
              </a:rPr>
              <a:t>-</a:t>
            </a:r>
            <a:endParaRPr lang="en-US" altLang="ko-KR" sz="1000" b="0" dirty="0">
              <a:solidFill>
                <a:schemeClr val="bg2">
                  <a:lumMod val="50000"/>
                </a:schemeClr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D6FDF4-E57C-6C4E-C53D-8DCBD294DFCE}"/>
              </a:ext>
            </a:extLst>
          </p:cNvPr>
          <p:cNvSpPr txBox="1"/>
          <p:nvPr/>
        </p:nvSpPr>
        <p:spPr>
          <a:xfrm>
            <a:off x="2952379" y="5567643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4978A-011D-9F05-243F-C197C8DDF435}"/>
              </a:ext>
            </a:extLst>
          </p:cNvPr>
          <p:cNvSpPr txBox="1"/>
          <p:nvPr/>
        </p:nvSpPr>
        <p:spPr>
          <a:xfrm>
            <a:off x="4677788" y="535412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Montserrat" pitchFamily="2" charset="0"/>
              </a:rPr>
              <a:t>-</a:t>
            </a:r>
            <a:endParaRPr lang="en-US" altLang="ko-KR" sz="1000" b="0" dirty="0">
              <a:solidFill>
                <a:schemeClr val="bg2">
                  <a:lumMod val="50000"/>
                </a:schemeClr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F3450A-D00F-C988-0ED5-3B8E71F0BB84}"/>
              </a:ext>
            </a:extLst>
          </p:cNvPr>
          <p:cNvSpPr txBox="1"/>
          <p:nvPr/>
        </p:nvSpPr>
        <p:spPr>
          <a:xfrm>
            <a:off x="4672178" y="5567643"/>
            <a:ext cx="253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002585-C36B-7910-AA0C-6B7772CD7CD5}"/>
              </a:ext>
            </a:extLst>
          </p:cNvPr>
          <p:cNvSpPr txBox="1"/>
          <p:nvPr/>
        </p:nvSpPr>
        <p:spPr>
          <a:xfrm>
            <a:off x="7261495" y="5400289"/>
            <a:ext cx="2343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002669"/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AE805E-E9E5-5BDC-A4BC-4898FE89DE1A}"/>
              </a:ext>
            </a:extLst>
          </p:cNvPr>
          <p:cNvSpPr txBox="1"/>
          <p:nvPr/>
        </p:nvSpPr>
        <p:spPr>
          <a:xfrm>
            <a:off x="8944959" y="5400289"/>
            <a:ext cx="2343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rgbClr val="002669"/>
                </a:solidFill>
                <a:latin typeface="Montserrat" pitchFamily="2" charset="0"/>
              </a:rPr>
              <a:t>-</a:t>
            </a:r>
            <a:endParaRPr lang="ko-KR" altLang="en-US" sz="1000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6B6C93-6D84-5C1D-9AFE-942929797F0C}"/>
              </a:ext>
            </a:extLst>
          </p:cNvPr>
          <p:cNvSpPr txBox="1"/>
          <p:nvPr/>
        </p:nvSpPr>
        <p:spPr>
          <a:xfrm>
            <a:off x="10664758" y="5400289"/>
            <a:ext cx="2343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rgbClr val="002669"/>
                </a:solidFill>
                <a:latin typeface="Montserrat" pitchFamily="2" charset="0"/>
              </a:rPr>
              <a:t>-</a:t>
            </a:r>
            <a:endParaRPr lang="ko-KR" altLang="en-US" sz="1000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35" name="위쪽 화살표[U] 34">
            <a:extLst>
              <a:ext uri="{FF2B5EF4-FFF2-40B4-BE49-F238E27FC236}">
                <a16:creationId xmlns:a16="http://schemas.microsoft.com/office/drawing/2014/main" id="{B6DF7945-4AA2-4934-B04E-94E8C8E56185}"/>
              </a:ext>
            </a:extLst>
          </p:cNvPr>
          <p:cNvSpPr/>
          <p:nvPr/>
        </p:nvSpPr>
        <p:spPr>
          <a:xfrm rot="5400000">
            <a:off x="4130914" y="2252561"/>
            <a:ext cx="829752" cy="134874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C300B70A-52E5-7F42-691F-AB564BACA8F0}"/>
              </a:ext>
            </a:extLst>
          </p:cNvPr>
          <p:cNvSpPr txBox="1"/>
          <p:nvPr/>
        </p:nvSpPr>
        <p:spPr>
          <a:xfrm>
            <a:off x="2562713" y="3963197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1A2E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b="1" dirty="0"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b="1" dirty="0"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831D3954-3FC1-B22A-59E0-1F21899F0029}"/>
              </a:ext>
            </a:extLst>
          </p:cNvPr>
          <p:cNvSpPr txBox="1"/>
          <p:nvPr/>
        </p:nvSpPr>
        <p:spPr>
          <a:xfrm>
            <a:off x="2562713" y="4187227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dirty="0" err="1"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dirty="0"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989358D2-5555-D37C-9CEC-FDB037DB76AE}"/>
              </a:ext>
            </a:extLst>
          </p:cNvPr>
          <p:cNvSpPr txBox="1"/>
          <p:nvPr/>
        </p:nvSpPr>
        <p:spPr>
          <a:xfrm>
            <a:off x="4970923" y="3963197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A1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97189A63-E3A8-01EB-A8BC-52DD03AFAEA7}"/>
              </a:ext>
            </a:extLst>
          </p:cNvPr>
          <p:cNvSpPr txBox="1"/>
          <p:nvPr/>
        </p:nvSpPr>
        <p:spPr>
          <a:xfrm>
            <a:off x="4970923" y="4187227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6B728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4DADD715-89C9-A780-8A23-16509EC0E067}"/>
              </a:ext>
            </a:extLst>
          </p:cNvPr>
          <p:cNvSpPr txBox="1"/>
          <p:nvPr/>
        </p:nvSpPr>
        <p:spPr>
          <a:xfrm>
            <a:off x="7378675" y="3963197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A1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=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17E0B705-A020-E0A4-1E8F-B0CE283EA615}"/>
              </a:ext>
            </a:extLst>
          </p:cNvPr>
          <p:cNvSpPr txBox="1"/>
          <p:nvPr/>
        </p:nvSpPr>
        <p:spPr>
          <a:xfrm>
            <a:off x="7378675" y="4187227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6B728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C6BD35D2-0EF9-EBBC-E3E0-943F4A08E93D}"/>
              </a:ext>
            </a:extLst>
          </p:cNvPr>
          <p:cNvSpPr txBox="1"/>
          <p:nvPr/>
        </p:nvSpPr>
        <p:spPr>
          <a:xfrm>
            <a:off x="9870916" y="3963197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A1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>
                <a:latin typeface="Montserrat" pitchFamily="2" charset="0"/>
              </a:rPr>
              <a:t>-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D951144E-86A9-0517-5A45-3F2139B878D5}"/>
              </a:ext>
            </a:extLst>
          </p:cNvPr>
          <p:cNvSpPr txBox="1"/>
          <p:nvPr/>
        </p:nvSpPr>
        <p:spPr>
          <a:xfrm>
            <a:off x="9870916" y="4187227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6B728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BCB9F21C-A9D7-297D-2FDF-5EB40E21E632}"/>
              </a:ext>
            </a:extLst>
          </p:cNvPr>
          <p:cNvCxnSpPr>
            <a:cxnSpLocks/>
          </p:cNvCxnSpPr>
          <p:nvPr/>
        </p:nvCxnSpPr>
        <p:spPr>
          <a:xfrm>
            <a:off x="2184491" y="5383305"/>
            <a:ext cx="0" cy="451413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59461F4B-892E-355D-8D67-509B378633F8}"/>
              </a:ext>
            </a:extLst>
          </p:cNvPr>
          <p:cNvCxnSpPr>
            <a:cxnSpLocks/>
          </p:cNvCxnSpPr>
          <p:nvPr/>
        </p:nvCxnSpPr>
        <p:spPr>
          <a:xfrm>
            <a:off x="3989068" y="5383305"/>
            <a:ext cx="0" cy="451413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DC72113-6371-7E51-99E3-B822976957EC}"/>
              </a:ext>
            </a:extLst>
          </p:cNvPr>
          <p:cNvGrpSpPr/>
          <p:nvPr/>
        </p:nvGrpSpPr>
        <p:grpSpPr>
          <a:xfrm>
            <a:off x="8161774" y="5383305"/>
            <a:ext cx="1804577" cy="451413"/>
            <a:chOff x="8143230" y="5383305"/>
            <a:chExt cx="1804577" cy="451413"/>
          </a:xfrm>
        </p:grpSpPr>
        <p:cxnSp>
          <p:nvCxnSpPr>
            <p:cNvPr id="47" name="직선 연결선[R] 46">
              <a:extLst>
                <a:ext uri="{FF2B5EF4-FFF2-40B4-BE49-F238E27FC236}">
                  <a16:creationId xmlns:a16="http://schemas.microsoft.com/office/drawing/2014/main" id="{74CAF9E3-E444-B05D-384A-2D2B002D633A}"/>
                </a:ext>
              </a:extLst>
            </p:cNvPr>
            <p:cNvCxnSpPr>
              <a:cxnSpLocks/>
            </p:cNvCxnSpPr>
            <p:nvPr/>
          </p:nvCxnSpPr>
          <p:spPr>
            <a:xfrm>
              <a:off x="8143230" y="5383305"/>
              <a:ext cx="0" cy="451413"/>
            </a:xfrm>
            <a:prstGeom prst="line">
              <a:avLst/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[R] 47">
              <a:extLst>
                <a:ext uri="{FF2B5EF4-FFF2-40B4-BE49-F238E27FC236}">
                  <a16:creationId xmlns:a16="http://schemas.microsoft.com/office/drawing/2014/main" id="{DA13BA0D-B2A7-B36F-1C6B-3F6C40458CB5}"/>
                </a:ext>
              </a:extLst>
            </p:cNvPr>
            <p:cNvCxnSpPr>
              <a:cxnSpLocks/>
            </p:cNvCxnSpPr>
            <p:nvPr/>
          </p:nvCxnSpPr>
          <p:spPr>
            <a:xfrm>
              <a:off x="9947807" y="5383305"/>
              <a:ext cx="0" cy="451413"/>
            </a:xfrm>
            <a:prstGeom prst="line">
              <a:avLst/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E917E33-0805-B159-4369-363296DE923A}"/>
              </a:ext>
            </a:extLst>
          </p:cNvPr>
          <p:cNvGrpSpPr/>
          <p:nvPr/>
        </p:nvGrpSpPr>
        <p:grpSpPr>
          <a:xfrm>
            <a:off x="2562713" y="2024063"/>
            <a:ext cx="1831926" cy="1805740"/>
            <a:chOff x="1194978" y="1532655"/>
            <a:chExt cx="2480866" cy="2445404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6355014B-A713-D986-2879-103EEA0E9F3B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A51CB9E-DAC2-14D9-928C-8077BAAAB85C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D77E470-F420-D921-9E6E-2467AF2DAFA7}"/>
              </a:ext>
            </a:extLst>
          </p:cNvPr>
          <p:cNvGrpSpPr/>
          <p:nvPr/>
        </p:nvGrpSpPr>
        <p:grpSpPr>
          <a:xfrm>
            <a:off x="8000221" y="4793656"/>
            <a:ext cx="2127682" cy="307777"/>
            <a:chOff x="7867868" y="4793656"/>
            <a:chExt cx="2127682" cy="307777"/>
          </a:xfrm>
        </p:grpSpPr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FCAE5E21-1847-950E-4FBF-A306C87E544C}"/>
                </a:ext>
              </a:extLst>
            </p:cNvPr>
            <p:cNvSpPr/>
            <p:nvPr/>
          </p:nvSpPr>
          <p:spPr>
            <a:xfrm>
              <a:off x="7867868" y="4793656"/>
              <a:ext cx="2127682" cy="3077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2669"/>
                </a:gs>
                <a:gs pos="100000">
                  <a:srgbClr val="0065B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1BA7E52-E26A-C08C-BD09-C2DAB6FF0B87}"/>
                </a:ext>
              </a:extLst>
            </p:cNvPr>
            <p:cNvSpPr txBox="1"/>
            <p:nvPr/>
          </p:nvSpPr>
          <p:spPr>
            <a:xfrm>
              <a:off x="8938998" y="4809045"/>
              <a:ext cx="253595" cy="276999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>
                  <a:latin typeface="Montserrat" pitchFamily="2" charset="0"/>
                </a:rPr>
                <a:t>-</a:t>
              </a:r>
              <a:endParaRPr dirty="0">
                <a:latin typeface="Montserrat" pitchFamily="2" charset="0"/>
              </a:endParaRPr>
            </a:p>
          </p:txBody>
        </p:sp>
        <p:pic>
          <p:nvPicPr>
            <p:cNvPr id="57" name="그래픽 56">
              <a:extLst>
                <a:ext uri="{FF2B5EF4-FFF2-40B4-BE49-F238E27FC236}">
                  <a16:creationId xmlns:a16="http://schemas.microsoft.com/office/drawing/2014/main" id="{9C8D093D-C90B-7777-C70F-FA44F3BBE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8007144" y="4858650"/>
              <a:ext cx="183732" cy="183732"/>
            </a:xfrm>
            <a:prstGeom prst="rect">
              <a:avLst/>
            </a:prstGeom>
          </p:spPr>
        </p:pic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212ABBF-601E-66FB-A49B-BCF63BD76A8B}"/>
              </a:ext>
            </a:extLst>
          </p:cNvPr>
          <p:cNvGrpSpPr/>
          <p:nvPr/>
        </p:nvGrpSpPr>
        <p:grpSpPr>
          <a:xfrm>
            <a:off x="2704649" y="4809045"/>
            <a:ext cx="610937" cy="276999"/>
            <a:chOff x="2628971" y="4809045"/>
            <a:chExt cx="610937" cy="276999"/>
          </a:xfrm>
        </p:grpSpPr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845CBFF9-0E5B-948B-CAC4-C7354E4CB360}"/>
                </a:ext>
              </a:extLst>
            </p:cNvPr>
            <p:cNvSpPr txBox="1"/>
            <p:nvPr/>
          </p:nvSpPr>
          <p:spPr>
            <a:xfrm>
              <a:off x="2986312" y="4809045"/>
              <a:ext cx="253596" cy="276999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>
                  <a:latin typeface="Montserrat" pitchFamily="2" charset="0"/>
                </a:rPr>
                <a:t>-</a:t>
              </a:r>
              <a:endParaRPr dirty="0">
                <a:latin typeface="Montserrat" pitchFamily="2" charset="0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369DBDE7-4BBB-753F-727B-037BAF6E8C71}"/>
                </a:ext>
              </a:extLst>
            </p:cNvPr>
            <p:cNvGrpSpPr/>
            <p:nvPr/>
          </p:nvGrpSpPr>
          <p:grpSpPr>
            <a:xfrm>
              <a:off x="2628971" y="4861254"/>
              <a:ext cx="174365" cy="154990"/>
              <a:chOff x="771062" y="3052568"/>
              <a:chExt cx="422948" cy="375951"/>
            </a:xfrm>
          </p:grpSpPr>
          <p:sp>
            <p:nvSpPr>
              <p:cNvPr id="61" name="자유형 60">
                <a:extLst>
                  <a:ext uri="{FF2B5EF4-FFF2-40B4-BE49-F238E27FC236}">
                    <a16:creationId xmlns:a16="http://schemas.microsoft.com/office/drawing/2014/main" id="{8EB75974-933D-3E75-DD07-D2E43D7D4E7B}"/>
                  </a:ext>
                </a:extLst>
              </p:cNvPr>
              <p:cNvSpPr/>
              <p:nvPr/>
            </p:nvSpPr>
            <p:spPr>
              <a:xfrm>
                <a:off x="771062" y="3052568"/>
                <a:ext cx="422948" cy="375951"/>
              </a:xfrm>
              <a:custGeom>
                <a:avLst/>
                <a:gdLst>
                  <a:gd name="connsiteX0" fmla="*/ 180240 w 422948"/>
                  <a:gd name="connsiteY0" fmla="*/ 18046 h 375951"/>
                  <a:gd name="connsiteX1" fmla="*/ 4843 w 422948"/>
                  <a:gd name="connsiteY1" fmla="*/ 321820 h 375951"/>
                  <a:gd name="connsiteX2" fmla="*/ 18044 w 422948"/>
                  <a:gd name="connsiteY2" fmla="*/ 371113 h 375951"/>
                  <a:gd name="connsiteX3" fmla="*/ 36094 w 422948"/>
                  <a:gd name="connsiteY3" fmla="*/ 375952 h 375951"/>
                  <a:gd name="connsiteX4" fmla="*/ 386859 w 422948"/>
                  <a:gd name="connsiteY4" fmla="*/ 375952 h 375951"/>
                  <a:gd name="connsiteX5" fmla="*/ 422949 w 422948"/>
                  <a:gd name="connsiteY5" fmla="*/ 339870 h 375951"/>
                  <a:gd name="connsiteX6" fmla="*/ 418110 w 422948"/>
                  <a:gd name="connsiteY6" fmla="*/ 321820 h 375951"/>
                  <a:gd name="connsiteX7" fmla="*/ 242732 w 422948"/>
                  <a:gd name="connsiteY7" fmla="*/ 18046 h 375951"/>
                  <a:gd name="connsiteX8" fmla="*/ 193446 w 422948"/>
                  <a:gd name="connsiteY8" fmla="*/ 4840 h 375951"/>
                  <a:gd name="connsiteX9" fmla="*/ 180240 w 422948"/>
                  <a:gd name="connsiteY9" fmla="*/ 18046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2948" h="375951">
                    <a:moveTo>
                      <a:pt x="180240" y="18046"/>
                    </a:moveTo>
                    <a:lnTo>
                      <a:pt x="4843" y="321820"/>
                    </a:lnTo>
                    <a:cubicBezTo>
                      <a:pt x="-5124" y="339078"/>
                      <a:pt x="786" y="361147"/>
                      <a:pt x="18044" y="371113"/>
                    </a:cubicBezTo>
                    <a:cubicBezTo>
                      <a:pt x="23531" y="374286"/>
                      <a:pt x="29757" y="375952"/>
                      <a:pt x="36094" y="375952"/>
                    </a:cubicBezTo>
                    <a:lnTo>
                      <a:pt x="386859" y="375952"/>
                    </a:lnTo>
                    <a:cubicBezTo>
                      <a:pt x="406789" y="375952"/>
                      <a:pt x="422944" y="359799"/>
                      <a:pt x="422949" y="339870"/>
                    </a:cubicBezTo>
                    <a:cubicBezTo>
                      <a:pt x="422949" y="333533"/>
                      <a:pt x="421278" y="327307"/>
                      <a:pt x="418110" y="321820"/>
                    </a:cubicBezTo>
                    <a:lnTo>
                      <a:pt x="242732" y="18046"/>
                    </a:lnTo>
                    <a:cubicBezTo>
                      <a:pt x="232768" y="789"/>
                      <a:pt x="210702" y="-5123"/>
                      <a:pt x="193446" y="4840"/>
                    </a:cubicBezTo>
                    <a:cubicBezTo>
                      <a:pt x="187961" y="8007"/>
                      <a:pt x="183407" y="12561"/>
                      <a:pt x="180240" y="18046"/>
                    </a:cubicBezTo>
                    <a:close/>
                  </a:path>
                </a:pathLst>
              </a:custGeom>
              <a:solidFill>
                <a:srgbClr val="C1001B"/>
              </a:solidFill>
              <a:ln w="4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>
                  <a:latin typeface="Montserrat" pitchFamily="2" charset="0"/>
                </a:endParaRPr>
              </a:p>
            </p:txBody>
          </p:sp>
          <p:grpSp>
            <p:nvGrpSpPr>
              <p:cNvPr id="62" name="그래픽 86">
                <a:extLst>
                  <a:ext uri="{FF2B5EF4-FFF2-40B4-BE49-F238E27FC236}">
                    <a16:creationId xmlns:a16="http://schemas.microsoft.com/office/drawing/2014/main" id="{77D719F0-B6ED-4572-9302-8AA4A6E0CE5A}"/>
                  </a:ext>
                </a:extLst>
              </p:cNvPr>
              <p:cNvGrpSpPr/>
              <p:nvPr/>
            </p:nvGrpSpPr>
            <p:grpSpPr>
              <a:xfrm>
                <a:off x="959865" y="3164304"/>
                <a:ext cx="45367" cy="215600"/>
                <a:chOff x="959865" y="3164304"/>
                <a:chExt cx="45367" cy="215600"/>
              </a:xfrm>
              <a:solidFill>
                <a:srgbClr val="FCF4D9"/>
              </a:solidFill>
            </p:grpSpPr>
            <p:sp>
              <p:nvSpPr>
                <p:cNvPr id="63" name="자유형 62">
                  <a:extLst>
                    <a:ext uri="{FF2B5EF4-FFF2-40B4-BE49-F238E27FC236}">
                      <a16:creationId xmlns:a16="http://schemas.microsoft.com/office/drawing/2014/main" id="{95E3C4B2-7763-7DDE-8659-5BCF15C4B03E}"/>
                    </a:ext>
                  </a:extLst>
                </p:cNvPr>
                <p:cNvSpPr/>
                <p:nvPr/>
              </p:nvSpPr>
              <p:spPr>
                <a:xfrm>
                  <a:off x="959865" y="3164304"/>
                  <a:ext cx="45367" cy="138281"/>
                </a:xfrm>
                <a:custGeom>
                  <a:avLst/>
                  <a:gdLst>
                    <a:gd name="connsiteX0" fmla="*/ 24971 w 45367"/>
                    <a:gd name="connsiteY0" fmla="*/ 0 h 138281"/>
                    <a:gd name="connsiteX1" fmla="*/ 45367 w 45367"/>
                    <a:gd name="connsiteY1" fmla="*/ 0 h 138281"/>
                    <a:gd name="connsiteX2" fmla="*/ 45367 w 45367"/>
                    <a:gd name="connsiteY2" fmla="*/ 138281 h 138281"/>
                    <a:gd name="connsiteX3" fmla="*/ 24971 w 45367"/>
                    <a:gd name="connsiteY3" fmla="*/ 138281 h 138281"/>
                    <a:gd name="connsiteX4" fmla="*/ 20396 w 45367"/>
                    <a:gd name="connsiteY4" fmla="*/ 138281 h 138281"/>
                    <a:gd name="connsiteX5" fmla="*/ 0 w 45367"/>
                    <a:gd name="connsiteY5" fmla="*/ 138281 h 138281"/>
                    <a:gd name="connsiteX6" fmla="*/ 0 w 45367"/>
                    <a:gd name="connsiteY6" fmla="*/ 0 h 138281"/>
                    <a:gd name="connsiteX7" fmla="*/ 20396 w 45367"/>
                    <a:gd name="connsiteY7" fmla="*/ 0 h 138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367" h="138281">
                      <a:moveTo>
                        <a:pt x="24971" y="0"/>
                      </a:moveTo>
                      <a:cubicBezTo>
                        <a:pt x="36236" y="0"/>
                        <a:pt x="45367" y="0"/>
                        <a:pt x="45367" y="0"/>
                      </a:cubicBezTo>
                      <a:lnTo>
                        <a:pt x="45367" y="138281"/>
                      </a:lnTo>
                      <a:cubicBezTo>
                        <a:pt x="45367" y="138281"/>
                        <a:pt x="36236" y="138281"/>
                        <a:pt x="24971" y="138281"/>
                      </a:cubicBezTo>
                      <a:lnTo>
                        <a:pt x="20396" y="138281"/>
                      </a:lnTo>
                      <a:cubicBezTo>
                        <a:pt x="9132" y="138281"/>
                        <a:pt x="0" y="138281"/>
                        <a:pt x="0" y="138281"/>
                      </a:cubicBezTo>
                      <a:lnTo>
                        <a:pt x="0" y="0"/>
                      </a:lnTo>
                      <a:cubicBezTo>
                        <a:pt x="0" y="0"/>
                        <a:pt x="9132" y="0"/>
                        <a:pt x="20396" y="0"/>
                      </a:cubicBezTo>
                      <a:close/>
                    </a:path>
                  </a:pathLst>
                </a:custGeom>
                <a:solidFill>
                  <a:srgbClr val="FCF4D9"/>
                </a:solidFill>
                <a:ln w="468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Montserrat" pitchFamily="2" charset="0"/>
                  </a:endParaRPr>
                </a:p>
              </p:txBody>
            </p:sp>
            <p:sp>
              <p:nvSpPr>
                <p:cNvPr id="64" name="자유형 63">
                  <a:extLst>
                    <a:ext uri="{FF2B5EF4-FFF2-40B4-BE49-F238E27FC236}">
                      <a16:creationId xmlns:a16="http://schemas.microsoft.com/office/drawing/2014/main" id="{6D48B682-2BA5-5CFF-DD06-047CB6782122}"/>
                    </a:ext>
                  </a:extLst>
                </p:cNvPr>
                <p:cNvSpPr/>
                <p:nvPr/>
              </p:nvSpPr>
              <p:spPr>
                <a:xfrm>
                  <a:off x="959865" y="3334537"/>
                  <a:ext cx="45367" cy="45367"/>
                </a:xfrm>
                <a:custGeom>
                  <a:avLst/>
                  <a:gdLst>
                    <a:gd name="connsiteX0" fmla="*/ 45367 w 45367"/>
                    <a:gd name="connsiteY0" fmla="*/ 22684 h 45367"/>
                    <a:gd name="connsiteX1" fmla="*/ 22684 w 45367"/>
                    <a:gd name="connsiteY1" fmla="*/ 45367 h 45367"/>
                    <a:gd name="connsiteX2" fmla="*/ 0 w 45367"/>
                    <a:gd name="connsiteY2" fmla="*/ 22684 h 45367"/>
                    <a:gd name="connsiteX3" fmla="*/ 22684 w 45367"/>
                    <a:gd name="connsiteY3" fmla="*/ 0 h 45367"/>
                    <a:gd name="connsiteX4" fmla="*/ 45367 w 45367"/>
                    <a:gd name="connsiteY4" fmla="*/ 22684 h 45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367" h="45367">
                      <a:moveTo>
                        <a:pt x="45367" y="22684"/>
                      </a:moveTo>
                      <a:cubicBezTo>
                        <a:pt x="45367" y="35211"/>
                        <a:pt x="35211" y="45367"/>
                        <a:pt x="22684" y="45367"/>
                      </a:cubicBezTo>
                      <a:cubicBezTo>
                        <a:pt x="10156" y="45367"/>
                        <a:pt x="0" y="35211"/>
                        <a:pt x="0" y="22684"/>
                      </a:cubicBezTo>
                      <a:cubicBezTo>
                        <a:pt x="0" y="10156"/>
                        <a:pt x="10156" y="0"/>
                        <a:pt x="22684" y="0"/>
                      </a:cubicBezTo>
                      <a:cubicBezTo>
                        <a:pt x="35211" y="0"/>
                        <a:pt x="45367" y="10156"/>
                        <a:pt x="45367" y="22684"/>
                      </a:cubicBezTo>
                      <a:close/>
                    </a:path>
                  </a:pathLst>
                </a:custGeom>
                <a:solidFill>
                  <a:srgbClr val="FCF4D9"/>
                </a:solidFill>
                <a:ln w="468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>
                    <a:latin typeface="Montserrat" pitchFamily="2" charset="0"/>
                  </a:endParaRPr>
                </a:p>
              </p:txBody>
            </p:sp>
          </p:grpSp>
        </p:grpSp>
      </p:grpSp>
      <p:sp>
        <p:nvSpPr>
          <p:cNvPr id="65" name="자유형 64">
            <a:extLst>
              <a:ext uri="{FF2B5EF4-FFF2-40B4-BE49-F238E27FC236}">
                <a16:creationId xmlns:a16="http://schemas.microsoft.com/office/drawing/2014/main" id="{D3B40D58-16C8-4FD5-5DE8-DFD71A621775}"/>
              </a:ext>
            </a:extLst>
          </p:cNvPr>
          <p:cNvSpPr/>
          <p:nvPr/>
        </p:nvSpPr>
        <p:spPr>
          <a:xfrm rot="5400000">
            <a:off x="640947" y="1862543"/>
            <a:ext cx="1821129" cy="2144169"/>
          </a:xfrm>
          <a:custGeom>
            <a:avLst/>
            <a:gdLst>
              <a:gd name="connsiteX0" fmla="*/ 0 w 1821129"/>
              <a:gd name="connsiteY0" fmla="*/ 1840641 h 2144169"/>
              <a:gd name="connsiteX1" fmla="*/ 0 w 1821129"/>
              <a:gd name="connsiteY1" fmla="*/ 626568 h 2144169"/>
              <a:gd name="connsiteX2" fmla="*/ 303528 w 1821129"/>
              <a:gd name="connsiteY2" fmla="*/ 323040 h 2144169"/>
              <a:gd name="connsiteX3" fmla="*/ 675947 w 1821129"/>
              <a:gd name="connsiteY3" fmla="*/ 323040 h 2144169"/>
              <a:gd name="connsiteX4" fmla="*/ 910565 w 1821129"/>
              <a:gd name="connsiteY4" fmla="*/ 0 h 2144169"/>
              <a:gd name="connsiteX5" fmla="*/ 1145182 w 1821129"/>
              <a:gd name="connsiteY5" fmla="*/ 323040 h 2144169"/>
              <a:gd name="connsiteX6" fmla="*/ 1517601 w 1821129"/>
              <a:gd name="connsiteY6" fmla="*/ 323040 h 2144169"/>
              <a:gd name="connsiteX7" fmla="*/ 1821129 w 1821129"/>
              <a:gd name="connsiteY7" fmla="*/ 626568 h 2144169"/>
              <a:gd name="connsiteX8" fmla="*/ 1821129 w 1821129"/>
              <a:gd name="connsiteY8" fmla="*/ 1840641 h 2144169"/>
              <a:gd name="connsiteX9" fmla="*/ 1517601 w 1821129"/>
              <a:gd name="connsiteY9" fmla="*/ 2144169 h 2144169"/>
              <a:gd name="connsiteX10" fmla="*/ 303528 w 1821129"/>
              <a:gd name="connsiteY10" fmla="*/ 2144169 h 2144169"/>
              <a:gd name="connsiteX11" fmla="*/ 0 w 1821129"/>
              <a:gd name="connsiteY11" fmla="*/ 1840641 h 2144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1129" h="2144169">
                <a:moveTo>
                  <a:pt x="0" y="1840641"/>
                </a:moveTo>
                <a:lnTo>
                  <a:pt x="0" y="626568"/>
                </a:lnTo>
                <a:cubicBezTo>
                  <a:pt x="0" y="458934"/>
                  <a:pt x="135894" y="323040"/>
                  <a:pt x="303528" y="323040"/>
                </a:cubicBezTo>
                <a:lnTo>
                  <a:pt x="675947" y="323040"/>
                </a:lnTo>
                <a:lnTo>
                  <a:pt x="910565" y="0"/>
                </a:lnTo>
                <a:lnTo>
                  <a:pt x="1145182" y="323040"/>
                </a:lnTo>
                <a:lnTo>
                  <a:pt x="1517601" y="323040"/>
                </a:lnTo>
                <a:cubicBezTo>
                  <a:pt x="1685235" y="323040"/>
                  <a:pt x="1821129" y="458934"/>
                  <a:pt x="1821129" y="626568"/>
                </a:cubicBezTo>
                <a:lnTo>
                  <a:pt x="1821129" y="1840641"/>
                </a:lnTo>
                <a:cubicBezTo>
                  <a:pt x="1821129" y="2008275"/>
                  <a:pt x="1685235" y="2144169"/>
                  <a:pt x="1517601" y="2144169"/>
                </a:cubicBezTo>
                <a:lnTo>
                  <a:pt x="303528" y="2144169"/>
                </a:lnTo>
                <a:cubicBezTo>
                  <a:pt x="135894" y="2144169"/>
                  <a:pt x="0" y="2008275"/>
                  <a:pt x="0" y="1840641"/>
                </a:cubicBezTo>
                <a:close/>
              </a:path>
            </a:pathLst>
          </a:cu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89F0A8EC-5269-D7C5-40A1-6ADABBA76966}"/>
              </a:ext>
            </a:extLst>
          </p:cNvPr>
          <p:cNvSpPr txBox="1"/>
          <p:nvPr/>
        </p:nvSpPr>
        <p:spPr>
          <a:xfrm>
            <a:off x="479427" y="2236490"/>
            <a:ext cx="182880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rPr lang="en-US" altLang="ko-KR" sz="1100" b="1" dirty="0" err="1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100" b="1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145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4250-1E4E-918E-BC6A-11801611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140BF7-E6FC-9EB9-0595-12722E4B2EE3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8C439-5739-2E9B-5757-993CBD8988C3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9D1895-70A4-A2D6-5075-3D128B23F670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60556B4-F3D3-6A97-149D-314FA5E20E1D}"/>
              </a:ext>
            </a:extLst>
          </p:cNvPr>
          <p:cNvSpPr>
            <a:spLocks/>
          </p:cNvSpPr>
          <p:nvPr/>
        </p:nvSpPr>
        <p:spPr>
          <a:xfrm>
            <a:off x="8086725" y="2545645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DA841B2-605C-4BD2-C3B2-D298ACD17506}"/>
              </a:ext>
            </a:extLst>
          </p:cNvPr>
          <p:cNvSpPr>
            <a:spLocks/>
          </p:cNvSpPr>
          <p:nvPr/>
        </p:nvSpPr>
        <p:spPr>
          <a:xfrm>
            <a:off x="4287233" y="2545645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612901D-5C4D-5C9F-DEB9-1482E45841BD}"/>
              </a:ext>
            </a:extLst>
          </p:cNvPr>
          <p:cNvSpPr>
            <a:spLocks/>
          </p:cNvSpPr>
          <p:nvPr/>
        </p:nvSpPr>
        <p:spPr>
          <a:xfrm>
            <a:off x="479425" y="2545645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214823D-FF90-6F23-5CC6-0B78CF24764F}"/>
              </a:ext>
            </a:extLst>
          </p:cNvPr>
          <p:cNvSpPr/>
          <p:nvPr/>
        </p:nvSpPr>
        <p:spPr>
          <a:xfrm>
            <a:off x="1358437" y="279706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17CDDA00-25F6-0C99-4E8D-5A857210E600}"/>
              </a:ext>
            </a:extLst>
          </p:cNvPr>
          <p:cNvSpPr txBox="1"/>
          <p:nvPr/>
        </p:nvSpPr>
        <p:spPr>
          <a:xfrm>
            <a:off x="1978654" y="2812453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A8E6ADD5-0873-324B-47B5-6DBA42BF6549}"/>
              </a:ext>
            </a:extLst>
          </p:cNvPr>
          <p:cNvSpPr/>
          <p:nvPr/>
        </p:nvSpPr>
        <p:spPr>
          <a:xfrm>
            <a:off x="5166245" y="279706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EA20F8F9-5EE1-BEDC-D7A7-F59745C94659}"/>
              </a:ext>
            </a:extLst>
          </p:cNvPr>
          <p:cNvSpPr txBox="1"/>
          <p:nvPr/>
        </p:nvSpPr>
        <p:spPr>
          <a:xfrm>
            <a:off x="5786462" y="2812453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9DAE133-BDA9-4E8A-AF37-905CB043AAC0}"/>
              </a:ext>
            </a:extLst>
          </p:cNvPr>
          <p:cNvSpPr/>
          <p:nvPr/>
        </p:nvSpPr>
        <p:spPr>
          <a:xfrm>
            <a:off x="8965737" y="279706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6126C51A-4568-EA84-2006-12D0603DF0D1}"/>
              </a:ext>
            </a:extLst>
          </p:cNvPr>
          <p:cNvSpPr txBox="1"/>
          <p:nvPr/>
        </p:nvSpPr>
        <p:spPr>
          <a:xfrm>
            <a:off x="9585953" y="2812453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C97CD351-AC8F-108D-198E-9CE2AC189170}"/>
              </a:ext>
            </a:extLst>
          </p:cNvPr>
          <p:cNvSpPr txBox="1"/>
          <p:nvPr/>
        </p:nvSpPr>
        <p:spPr>
          <a:xfrm>
            <a:off x="2161395" y="5650096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 err="1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FA08753D-674D-1F22-532F-74124F746303}"/>
              </a:ext>
            </a:extLst>
          </p:cNvPr>
          <p:cNvSpPr txBox="1"/>
          <p:nvPr/>
        </p:nvSpPr>
        <p:spPr>
          <a:xfrm>
            <a:off x="5969203" y="5650096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6620D0E6-A8AC-6F27-4714-D38AF345F19B}"/>
              </a:ext>
            </a:extLst>
          </p:cNvPr>
          <p:cNvSpPr txBox="1"/>
          <p:nvPr/>
        </p:nvSpPr>
        <p:spPr>
          <a:xfrm>
            <a:off x="9768695" y="5650096"/>
            <a:ext cx="253596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B68C367-2CD6-16F6-CDDB-38DE25B7B8C3}"/>
              </a:ext>
            </a:extLst>
          </p:cNvPr>
          <p:cNvSpPr/>
          <p:nvPr/>
        </p:nvSpPr>
        <p:spPr>
          <a:xfrm>
            <a:off x="1757261" y="3311942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90B8237-A60B-B879-0F7F-72B7981E1483}"/>
              </a:ext>
            </a:extLst>
          </p:cNvPr>
          <p:cNvSpPr/>
          <p:nvPr/>
        </p:nvSpPr>
        <p:spPr>
          <a:xfrm>
            <a:off x="5565069" y="3311942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4B39A5E-6A59-EAF6-D338-1A4BC308CCE5}"/>
              </a:ext>
            </a:extLst>
          </p:cNvPr>
          <p:cNvSpPr/>
          <p:nvPr/>
        </p:nvSpPr>
        <p:spPr>
          <a:xfrm>
            <a:off x="9364561" y="3311942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B4B2C5-E08B-15C6-7770-F210C074DE14}"/>
              </a:ext>
            </a:extLst>
          </p:cNvPr>
          <p:cNvSpPr txBox="1"/>
          <p:nvPr/>
        </p:nvSpPr>
        <p:spPr>
          <a:xfrm>
            <a:off x="2133342" y="3612041"/>
            <a:ext cx="30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002669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89C1AE-123F-6DA9-6B80-6A3342C7A693}"/>
              </a:ext>
            </a:extLst>
          </p:cNvPr>
          <p:cNvSpPr txBox="1"/>
          <p:nvPr/>
        </p:nvSpPr>
        <p:spPr>
          <a:xfrm>
            <a:off x="5936278" y="3612041"/>
            <a:ext cx="30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002669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BB7CC2-CA9E-36DA-B266-1FCD081F59D0}"/>
              </a:ext>
            </a:extLst>
          </p:cNvPr>
          <p:cNvSpPr txBox="1"/>
          <p:nvPr/>
        </p:nvSpPr>
        <p:spPr>
          <a:xfrm>
            <a:off x="9745268" y="3612041"/>
            <a:ext cx="30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002669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464E9983-C80E-7DFB-A92D-D0B7E46ABCDD}"/>
              </a:ext>
            </a:extLst>
          </p:cNvPr>
          <p:cNvSpPr/>
          <p:nvPr/>
        </p:nvSpPr>
        <p:spPr>
          <a:xfrm>
            <a:off x="479425" y="2011466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24" name="Text 39">
            <a:extLst>
              <a:ext uri="{FF2B5EF4-FFF2-40B4-BE49-F238E27FC236}">
                <a16:creationId xmlns:a16="http://schemas.microsoft.com/office/drawing/2014/main" id="{528F60A0-1E89-6286-3215-73662FFC6365}"/>
              </a:ext>
            </a:extLst>
          </p:cNvPr>
          <p:cNvSpPr txBox="1"/>
          <p:nvPr/>
        </p:nvSpPr>
        <p:spPr>
          <a:xfrm>
            <a:off x="3238384" y="2096390"/>
            <a:ext cx="569935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9ADA6E8-59E2-1BA9-2171-3C48B093737A}"/>
              </a:ext>
            </a:extLst>
          </p:cNvPr>
          <p:cNvSpPr/>
          <p:nvPr/>
        </p:nvSpPr>
        <p:spPr>
          <a:xfrm>
            <a:off x="2434124" y="4547777"/>
            <a:ext cx="1483867" cy="747336"/>
          </a:xfrm>
          <a:prstGeom prst="roundRect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26" name="위쪽 화살표[U] 25">
            <a:extLst>
              <a:ext uri="{FF2B5EF4-FFF2-40B4-BE49-F238E27FC236}">
                <a16:creationId xmlns:a16="http://schemas.microsoft.com/office/drawing/2014/main" id="{D5D2422A-292F-7F5F-A9A8-EF102A1CF567}"/>
              </a:ext>
            </a:extLst>
          </p:cNvPr>
          <p:cNvSpPr/>
          <p:nvPr/>
        </p:nvSpPr>
        <p:spPr>
          <a:xfrm rot="5400000">
            <a:off x="2043934" y="4751576"/>
            <a:ext cx="378487" cy="35313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C1001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DF71284C-7E2C-562D-86BD-B38A78DCAC4A}"/>
              </a:ext>
            </a:extLst>
          </p:cNvPr>
          <p:cNvSpPr/>
          <p:nvPr/>
        </p:nvSpPr>
        <p:spPr>
          <a:xfrm>
            <a:off x="635603" y="4547777"/>
            <a:ext cx="1483867" cy="747336"/>
          </a:xfrm>
          <a:prstGeom prst="roundRect">
            <a:avLst/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5901D54-C1CD-2DD8-AFD8-8EFFE8EF33B6}"/>
              </a:ext>
            </a:extLst>
          </p:cNvPr>
          <p:cNvSpPr txBox="1"/>
          <p:nvPr/>
        </p:nvSpPr>
        <p:spPr>
          <a:xfrm>
            <a:off x="668876" y="4928143"/>
            <a:ext cx="141732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100" b="1" dirty="0">
                <a:solidFill>
                  <a:schemeClr val="bg2">
                    <a:lumMod val="50000"/>
                  </a:schemeClr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100" b="1" dirty="0">
              <a:solidFill>
                <a:schemeClr val="bg2">
                  <a:lumMod val="50000"/>
                </a:schemeClr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8562BB3A-C8A3-246E-DA84-618E88499D13}"/>
              </a:ext>
            </a:extLst>
          </p:cNvPr>
          <p:cNvSpPr txBox="1"/>
          <p:nvPr/>
        </p:nvSpPr>
        <p:spPr>
          <a:xfrm>
            <a:off x="668876" y="4735273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2">
                  <a:lumMod val="10000"/>
                </a:schemeClr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563A7CC1-3411-9D37-A643-E14C5DE6558B}"/>
              </a:ext>
            </a:extLst>
          </p:cNvPr>
          <p:cNvSpPr txBox="1"/>
          <p:nvPr/>
        </p:nvSpPr>
        <p:spPr>
          <a:xfrm>
            <a:off x="2461342" y="4900721"/>
            <a:ext cx="14173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200" b="1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200" b="1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B8CB264A-0D14-1D07-9F5D-75C28B8AE5B0}"/>
              </a:ext>
            </a:extLst>
          </p:cNvPr>
          <p:cNvSpPr txBox="1"/>
          <p:nvPr/>
        </p:nvSpPr>
        <p:spPr>
          <a:xfrm>
            <a:off x="2461342" y="4715545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90">
            <a:extLst>
              <a:ext uri="{FF2B5EF4-FFF2-40B4-BE49-F238E27FC236}">
                <a16:creationId xmlns:a16="http://schemas.microsoft.com/office/drawing/2014/main" id="{AABA6329-9F52-0933-E41A-D5CAA81A181C}"/>
              </a:ext>
            </a:extLst>
          </p:cNvPr>
          <p:cNvSpPr txBox="1"/>
          <p:nvPr/>
        </p:nvSpPr>
        <p:spPr>
          <a:xfrm>
            <a:off x="2214776" y="5425918"/>
            <a:ext cx="14683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 numCol="1" anchor="t">
            <a:spAutoFit/>
          </a:bodyPr>
          <a:lstStyle>
            <a:defPPr>
              <a:defRPr lang="ko-KR"/>
            </a:defPPr>
            <a:lvl1pPr algn="ctr">
              <a:defRPr sz="11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7E120EB-9DAE-5E57-63A8-068BD35659C8}"/>
              </a:ext>
            </a:extLst>
          </p:cNvPr>
          <p:cNvSpPr/>
          <p:nvPr/>
        </p:nvSpPr>
        <p:spPr>
          <a:xfrm>
            <a:off x="6243115" y="4547777"/>
            <a:ext cx="1483867" cy="747336"/>
          </a:xfrm>
          <a:prstGeom prst="roundRect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34" name="위쪽 화살표[U] 33">
            <a:extLst>
              <a:ext uri="{FF2B5EF4-FFF2-40B4-BE49-F238E27FC236}">
                <a16:creationId xmlns:a16="http://schemas.microsoft.com/office/drawing/2014/main" id="{E57B2FA4-9286-4D75-4EF5-E0C89667E2BE}"/>
              </a:ext>
            </a:extLst>
          </p:cNvPr>
          <p:cNvSpPr/>
          <p:nvPr/>
        </p:nvSpPr>
        <p:spPr>
          <a:xfrm rot="5400000">
            <a:off x="5852925" y="4751576"/>
            <a:ext cx="378487" cy="35313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C1001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83A8EEDB-E68F-0460-1E40-5BC4ACD832C6}"/>
              </a:ext>
            </a:extLst>
          </p:cNvPr>
          <p:cNvSpPr/>
          <p:nvPr/>
        </p:nvSpPr>
        <p:spPr>
          <a:xfrm>
            <a:off x="4444594" y="4547777"/>
            <a:ext cx="1483867" cy="747336"/>
          </a:xfrm>
          <a:prstGeom prst="roundRect">
            <a:avLst/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B2A48895-07B9-4F59-85BD-F334C2B86E2A}"/>
              </a:ext>
            </a:extLst>
          </p:cNvPr>
          <p:cNvSpPr txBox="1"/>
          <p:nvPr/>
        </p:nvSpPr>
        <p:spPr>
          <a:xfrm>
            <a:off x="4477867" y="4928143"/>
            <a:ext cx="141732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100" b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01464598-4BA7-BAAB-E86E-1DDCFDAD5E4E}"/>
              </a:ext>
            </a:extLst>
          </p:cNvPr>
          <p:cNvSpPr txBox="1"/>
          <p:nvPr/>
        </p:nvSpPr>
        <p:spPr>
          <a:xfrm>
            <a:off x="4477867" y="4735273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2">
                  <a:lumMod val="10000"/>
                </a:schemeClr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6E04C2EB-93FD-B7D5-B31A-3BE315AE9703}"/>
              </a:ext>
            </a:extLst>
          </p:cNvPr>
          <p:cNvSpPr txBox="1"/>
          <p:nvPr/>
        </p:nvSpPr>
        <p:spPr>
          <a:xfrm>
            <a:off x="6270333" y="4900721"/>
            <a:ext cx="14173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0D0EE8CC-C49A-7E8C-8AC5-D33AB980E9F0}"/>
              </a:ext>
            </a:extLst>
          </p:cNvPr>
          <p:cNvSpPr txBox="1"/>
          <p:nvPr/>
        </p:nvSpPr>
        <p:spPr>
          <a:xfrm>
            <a:off x="6270333" y="4715545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537EB7-5E0D-F766-41CB-2AE6B660F2B3}"/>
              </a:ext>
            </a:extLst>
          </p:cNvPr>
          <p:cNvSpPr txBox="1"/>
          <p:nvPr/>
        </p:nvSpPr>
        <p:spPr>
          <a:xfrm>
            <a:off x="6023767" y="5425918"/>
            <a:ext cx="14683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 numCol="1" anchor="t">
            <a:spAutoFit/>
          </a:bodyPr>
          <a:lstStyle>
            <a:defPPr>
              <a:defRPr lang="ko-KR"/>
            </a:defPPr>
            <a:lvl1pPr algn="ctr">
              <a:defRPr sz="11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9968B3B8-FEF4-7D0E-D8BD-D1756AB0FA01}"/>
              </a:ext>
            </a:extLst>
          </p:cNvPr>
          <p:cNvSpPr/>
          <p:nvPr/>
        </p:nvSpPr>
        <p:spPr>
          <a:xfrm>
            <a:off x="10046050" y="4547777"/>
            <a:ext cx="1483867" cy="747336"/>
          </a:xfrm>
          <a:prstGeom prst="roundRect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42" name="위쪽 화살표[U] 41">
            <a:extLst>
              <a:ext uri="{FF2B5EF4-FFF2-40B4-BE49-F238E27FC236}">
                <a16:creationId xmlns:a16="http://schemas.microsoft.com/office/drawing/2014/main" id="{941E38F8-93C3-DD05-4BB2-1FA7C0E17A48}"/>
              </a:ext>
            </a:extLst>
          </p:cNvPr>
          <p:cNvSpPr/>
          <p:nvPr/>
        </p:nvSpPr>
        <p:spPr>
          <a:xfrm rot="5400000">
            <a:off x="9655860" y="4751576"/>
            <a:ext cx="378487" cy="35313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C1001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C1F15138-7217-406F-04B8-37BC792E1D2C}"/>
              </a:ext>
            </a:extLst>
          </p:cNvPr>
          <p:cNvSpPr/>
          <p:nvPr/>
        </p:nvSpPr>
        <p:spPr>
          <a:xfrm>
            <a:off x="8247529" y="4547777"/>
            <a:ext cx="1483867" cy="747336"/>
          </a:xfrm>
          <a:prstGeom prst="roundRect">
            <a:avLst/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52D342EF-AB1C-C00A-C5D3-9764B080D77C}"/>
              </a:ext>
            </a:extLst>
          </p:cNvPr>
          <p:cNvSpPr txBox="1"/>
          <p:nvPr/>
        </p:nvSpPr>
        <p:spPr>
          <a:xfrm>
            <a:off x="8280802" y="4928143"/>
            <a:ext cx="141732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100" b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A31E84FF-21A7-9AF6-DF71-BB3793780ACC}"/>
              </a:ext>
            </a:extLst>
          </p:cNvPr>
          <p:cNvSpPr txBox="1"/>
          <p:nvPr/>
        </p:nvSpPr>
        <p:spPr>
          <a:xfrm>
            <a:off x="8280802" y="4735273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2">
                  <a:lumMod val="10000"/>
                </a:schemeClr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35D96575-D512-764C-ADCD-32F67DA95CDF}"/>
              </a:ext>
            </a:extLst>
          </p:cNvPr>
          <p:cNvSpPr txBox="1"/>
          <p:nvPr/>
        </p:nvSpPr>
        <p:spPr>
          <a:xfrm>
            <a:off x="10073268" y="4900721"/>
            <a:ext cx="14173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072EF93C-31D3-B205-7B64-FB49DC48060C}"/>
              </a:ext>
            </a:extLst>
          </p:cNvPr>
          <p:cNvSpPr txBox="1"/>
          <p:nvPr/>
        </p:nvSpPr>
        <p:spPr>
          <a:xfrm>
            <a:off x="10073268" y="4715545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Box 90">
            <a:extLst>
              <a:ext uri="{FF2B5EF4-FFF2-40B4-BE49-F238E27FC236}">
                <a16:creationId xmlns:a16="http://schemas.microsoft.com/office/drawing/2014/main" id="{70F10FB9-D98D-0CEB-04C9-DA295CBC9C41}"/>
              </a:ext>
            </a:extLst>
          </p:cNvPr>
          <p:cNvSpPr txBox="1"/>
          <p:nvPr/>
        </p:nvSpPr>
        <p:spPr>
          <a:xfrm>
            <a:off x="9826702" y="5425918"/>
            <a:ext cx="146831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 numCol="1" anchor="t">
            <a:spAutoFit/>
          </a:bodyPr>
          <a:lstStyle>
            <a:defPPr>
              <a:defRPr lang="ko-KR"/>
            </a:defPPr>
            <a:lvl1pPr algn="ctr">
              <a:defRPr sz="11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15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F513-7069-396D-AD9A-6202C2DF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A2C25E-B50A-C4E1-B6F4-6571F82092A7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86149-A9D9-8342-AF62-93EC0FC6DE20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32D82-6ADC-1352-9FB9-8417C57EED9F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BCD0627-96EF-CCA9-9419-A5B88822684E}"/>
              </a:ext>
            </a:extLst>
          </p:cNvPr>
          <p:cNvSpPr>
            <a:spLocks/>
          </p:cNvSpPr>
          <p:nvPr/>
        </p:nvSpPr>
        <p:spPr>
          <a:xfrm>
            <a:off x="479425" y="2545645"/>
            <a:ext cx="6236268" cy="2159579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7F7F8D8-C82B-A879-943D-CF4A7F08E8B0}"/>
              </a:ext>
            </a:extLst>
          </p:cNvPr>
          <p:cNvSpPr/>
          <p:nvPr/>
        </p:nvSpPr>
        <p:spPr>
          <a:xfrm>
            <a:off x="2667804" y="279706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2EA97C6F-90C1-A52B-B552-DB416ADC0BFC}"/>
              </a:ext>
            </a:extLst>
          </p:cNvPr>
          <p:cNvSpPr txBox="1"/>
          <p:nvPr/>
        </p:nvSpPr>
        <p:spPr>
          <a:xfrm>
            <a:off x="3470761" y="2812453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F2708C6-F2E0-A9DF-466F-C8562B3802A0}"/>
              </a:ext>
            </a:extLst>
          </p:cNvPr>
          <p:cNvSpPr/>
          <p:nvPr/>
        </p:nvSpPr>
        <p:spPr>
          <a:xfrm>
            <a:off x="689154" y="3311942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E0EAF-3252-A797-CA05-074F2B01E5FA}"/>
              </a:ext>
            </a:extLst>
          </p:cNvPr>
          <p:cNvSpPr txBox="1"/>
          <p:nvPr/>
        </p:nvSpPr>
        <p:spPr>
          <a:xfrm>
            <a:off x="689154" y="3588941"/>
            <a:ext cx="1061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kumimoji="1" b="1">
                <a:solidFill>
                  <a:srgbClr val="04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400" dirty="0">
                <a:solidFill>
                  <a:srgbClr val="002669"/>
                </a:solidFill>
                <a:latin typeface="Montserrat" pitchFamily="2" charset="0"/>
              </a:rPr>
              <a:t>TEXT</a:t>
            </a:r>
            <a:endParaRPr lang="ko-KR" altLang="en-US" sz="1400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AE4B1406-8DDA-0495-B554-B734BE290558}"/>
              </a:ext>
            </a:extLst>
          </p:cNvPr>
          <p:cNvSpPr/>
          <p:nvPr/>
        </p:nvSpPr>
        <p:spPr>
          <a:xfrm>
            <a:off x="479425" y="2011466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11" name="Text 39">
            <a:extLst>
              <a:ext uri="{FF2B5EF4-FFF2-40B4-BE49-F238E27FC236}">
                <a16:creationId xmlns:a16="http://schemas.microsoft.com/office/drawing/2014/main" id="{A3D5BE3B-3C61-DC6A-239C-0AE061199B59}"/>
              </a:ext>
            </a:extLst>
          </p:cNvPr>
          <p:cNvSpPr txBox="1"/>
          <p:nvPr/>
        </p:nvSpPr>
        <p:spPr>
          <a:xfrm>
            <a:off x="3238384" y="2096390"/>
            <a:ext cx="569935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4C59849-2DAB-D3AA-307D-AF835846D2D5}"/>
              </a:ext>
            </a:extLst>
          </p:cNvPr>
          <p:cNvSpPr>
            <a:spLocks/>
          </p:cNvSpPr>
          <p:nvPr/>
        </p:nvSpPr>
        <p:spPr>
          <a:xfrm>
            <a:off x="6819741" y="2545645"/>
            <a:ext cx="4879734" cy="2159579"/>
          </a:xfrm>
          <a:prstGeom prst="roundRect">
            <a:avLst>
              <a:gd name="adj" fmla="val 10439"/>
            </a:avLst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EE3FB2-08F3-ED66-57C1-D1EF54F94AD3}"/>
              </a:ext>
            </a:extLst>
          </p:cNvPr>
          <p:cNvSpPr txBox="1"/>
          <p:nvPr/>
        </p:nvSpPr>
        <p:spPr>
          <a:xfrm>
            <a:off x="1925887" y="3311942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lang="ko-KR" altLang="en-US" sz="1200" b="1" dirty="0"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Shape 54">
            <a:extLst>
              <a:ext uri="{FF2B5EF4-FFF2-40B4-BE49-F238E27FC236}">
                <a16:creationId xmlns:a16="http://schemas.microsoft.com/office/drawing/2014/main" id="{845F8FEC-A366-F371-2CD9-D7F6D5AD7881}"/>
              </a:ext>
            </a:extLst>
          </p:cNvPr>
          <p:cNvSpPr/>
          <p:nvPr/>
        </p:nvSpPr>
        <p:spPr>
          <a:xfrm>
            <a:off x="2000623" y="3627893"/>
            <a:ext cx="4454677" cy="365760"/>
          </a:xfrm>
          <a:prstGeom prst="roundRect">
            <a:avLst>
              <a:gd name="adj" fmla="val 15000"/>
            </a:avLst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>
              <a:solidFill>
                <a:schemeClr val="lt1"/>
              </a:solidFill>
              <a:latin typeface="Montserrat" pitchFamily="2" charset="0"/>
            </a:endParaRPr>
          </a:p>
        </p:txBody>
      </p:sp>
      <p:sp>
        <p:nvSpPr>
          <p:cNvPr id="15" name="Text 55">
            <a:extLst>
              <a:ext uri="{FF2B5EF4-FFF2-40B4-BE49-F238E27FC236}">
                <a16:creationId xmlns:a16="http://schemas.microsoft.com/office/drawing/2014/main" id="{33166971-909E-8396-E19D-48C84A27693C}"/>
              </a:ext>
            </a:extLst>
          </p:cNvPr>
          <p:cNvSpPr txBox="1"/>
          <p:nvPr/>
        </p:nvSpPr>
        <p:spPr>
          <a:xfrm>
            <a:off x="4199908" y="3733829"/>
            <a:ext cx="49694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>
                <a:solidFill>
                  <a:srgbClr val="065F4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dirty="0">
              <a:solidFill>
                <a:schemeClr val="bg2">
                  <a:lumMod val="25000"/>
                </a:schemeClr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6" name="Text 56">
            <a:extLst>
              <a:ext uri="{FF2B5EF4-FFF2-40B4-BE49-F238E27FC236}">
                <a16:creationId xmlns:a16="http://schemas.microsoft.com/office/drawing/2014/main" id="{5C6F819B-0DE4-7C18-7CC8-444D9CA2D94D}"/>
              </a:ext>
            </a:extLst>
          </p:cNvPr>
          <p:cNvSpPr txBox="1"/>
          <p:nvPr/>
        </p:nvSpPr>
        <p:spPr>
          <a:xfrm>
            <a:off x="2000623" y="4140980"/>
            <a:ext cx="49694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6B7280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 err="1">
                <a:solidFill>
                  <a:srgbClr val="C1001B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rgbClr val="C1001B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52">
            <a:extLst>
              <a:ext uri="{FF2B5EF4-FFF2-40B4-BE49-F238E27FC236}">
                <a16:creationId xmlns:a16="http://schemas.microsoft.com/office/drawing/2014/main" id="{0F81E1D8-746F-C32E-EC11-4923D26E83CF}"/>
              </a:ext>
            </a:extLst>
          </p:cNvPr>
          <p:cNvSpPr txBox="1"/>
          <p:nvPr/>
        </p:nvSpPr>
        <p:spPr>
          <a:xfrm>
            <a:off x="1061389" y="3995937"/>
            <a:ext cx="31739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sz="900">
                <a:solidFill>
                  <a:srgbClr val="02A56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TEXT</a:t>
            </a:r>
            <a:endParaRPr sz="1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116BA15-44ED-9A6F-2CC2-7F99AADE775B}"/>
              </a:ext>
            </a:extLst>
          </p:cNvPr>
          <p:cNvSpPr/>
          <p:nvPr/>
        </p:nvSpPr>
        <p:spPr>
          <a:xfrm>
            <a:off x="8329853" y="2797064"/>
            <a:ext cx="1859511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51F6C58B-467C-08BE-867A-18854D3226F7}"/>
              </a:ext>
            </a:extLst>
          </p:cNvPr>
          <p:cNvSpPr txBox="1"/>
          <p:nvPr/>
        </p:nvSpPr>
        <p:spPr>
          <a:xfrm>
            <a:off x="9132810" y="2812453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CC81393-6C13-9BF5-72FB-55708384B9E3}"/>
              </a:ext>
            </a:extLst>
          </p:cNvPr>
          <p:cNvSpPr/>
          <p:nvPr/>
        </p:nvSpPr>
        <p:spPr>
          <a:xfrm>
            <a:off x="7047565" y="3311942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09256-6DA1-B2AB-1319-1C00CC0812D7}"/>
              </a:ext>
            </a:extLst>
          </p:cNvPr>
          <p:cNvSpPr txBox="1"/>
          <p:nvPr/>
        </p:nvSpPr>
        <p:spPr>
          <a:xfrm>
            <a:off x="8254019" y="3311942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3" name="Shape 54">
            <a:extLst>
              <a:ext uri="{FF2B5EF4-FFF2-40B4-BE49-F238E27FC236}">
                <a16:creationId xmlns:a16="http://schemas.microsoft.com/office/drawing/2014/main" id="{F19A6459-A158-A4B5-5AC8-4C15B4459CF6}"/>
              </a:ext>
            </a:extLst>
          </p:cNvPr>
          <p:cNvSpPr/>
          <p:nvPr/>
        </p:nvSpPr>
        <p:spPr>
          <a:xfrm>
            <a:off x="8328756" y="3627893"/>
            <a:ext cx="3110328" cy="365760"/>
          </a:xfrm>
          <a:prstGeom prst="roundRect">
            <a:avLst>
              <a:gd name="adj" fmla="val 15000"/>
            </a:avLst>
          </a:prstGeom>
          <a:solidFill>
            <a:schemeClr val="bg1">
              <a:lumMod val="9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>
              <a:solidFill>
                <a:schemeClr val="lt1"/>
              </a:solidFill>
              <a:latin typeface="Montserrat" pitchFamily="2" charset="0"/>
            </a:endParaRPr>
          </a:p>
        </p:txBody>
      </p:sp>
      <p:sp>
        <p:nvSpPr>
          <p:cNvPr id="24" name="Text 55">
            <a:extLst>
              <a:ext uri="{FF2B5EF4-FFF2-40B4-BE49-F238E27FC236}">
                <a16:creationId xmlns:a16="http://schemas.microsoft.com/office/drawing/2014/main" id="{7F21BC09-1BDE-21C1-19B9-4F6A74C3F7DD}"/>
              </a:ext>
            </a:extLst>
          </p:cNvPr>
          <p:cNvSpPr txBox="1"/>
          <p:nvPr/>
        </p:nvSpPr>
        <p:spPr>
          <a:xfrm>
            <a:off x="9855867" y="3733829"/>
            <a:ext cx="49694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>
              <a:defRPr sz="10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5" name="Text 56">
            <a:extLst>
              <a:ext uri="{FF2B5EF4-FFF2-40B4-BE49-F238E27FC236}">
                <a16:creationId xmlns:a16="http://schemas.microsoft.com/office/drawing/2014/main" id="{E6CB2E5F-4AFB-814D-68B5-02BFCA8C6519}"/>
              </a:ext>
            </a:extLst>
          </p:cNvPr>
          <p:cNvSpPr txBox="1"/>
          <p:nvPr/>
        </p:nvSpPr>
        <p:spPr>
          <a:xfrm>
            <a:off x="8328755" y="4149826"/>
            <a:ext cx="49694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04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rgbClr val="C1001B"/>
              </a:solidFill>
              <a:latin typeface="Montserrat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A82886-BCF3-B056-309B-1F57556ED39A}"/>
              </a:ext>
            </a:extLst>
          </p:cNvPr>
          <p:cNvSpPr txBox="1"/>
          <p:nvPr/>
        </p:nvSpPr>
        <p:spPr>
          <a:xfrm>
            <a:off x="5961264" y="4977240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lang="ko-KR" altLang="en-US" sz="1200" b="1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780F4B-67CE-30D0-0FB7-21A24CD4B2A8}"/>
              </a:ext>
            </a:extLst>
          </p:cNvPr>
          <p:cNvSpPr txBox="1"/>
          <p:nvPr/>
        </p:nvSpPr>
        <p:spPr>
          <a:xfrm>
            <a:off x="7049942" y="3588941"/>
            <a:ext cx="1061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kumimoji="1" b="1">
                <a:solidFill>
                  <a:srgbClr val="04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400" dirty="0">
                <a:solidFill>
                  <a:srgbClr val="002669"/>
                </a:solidFill>
                <a:latin typeface="Montserrat" pitchFamily="2" charset="0"/>
              </a:rPr>
              <a:t>TEXT</a:t>
            </a:r>
            <a:endParaRPr lang="ko-KR" altLang="en-US" sz="1400" dirty="0">
              <a:solidFill>
                <a:srgbClr val="002669"/>
              </a:solidFill>
              <a:latin typeface="Montserrat" pitchFamily="2" charset="0"/>
            </a:endParaRPr>
          </a:p>
        </p:txBody>
      </p:sp>
      <p:sp>
        <p:nvSpPr>
          <p:cNvPr id="32" name="Text 52">
            <a:extLst>
              <a:ext uri="{FF2B5EF4-FFF2-40B4-BE49-F238E27FC236}">
                <a16:creationId xmlns:a16="http://schemas.microsoft.com/office/drawing/2014/main" id="{A2C48830-E52E-619B-F7D7-99BC40833FE6}"/>
              </a:ext>
            </a:extLst>
          </p:cNvPr>
          <p:cNvSpPr txBox="1"/>
          <p:nvPr/>
        </p:nvSpPr>
        <p:spPr>
          <a:xfrm>
            <a:off x="7422177" y="3995937"/>
            <a:ext cx="317395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sz="900">
                <a:solidFill>
                  <a:srgbClr val="02A56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sz="1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TEXT</a:t>
            </a:r>
            <a:endParaRPr sz="1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C180823-7875-8236-E866-CBDE04D340CB}"/>
              </a:ext>
            </a:extLst>
          </p:cNvPr>
          <p:cNvGrpSpPr/>
          <p:nvPr/>
        </p:nvGrpSpPr>
        <p:grpSpPr>
          <a:xfrm>
            <a:off x="479425" y="4634126"/>
            <a:ext cx="11217274" cy="1423774"/>
            <a:chOff x="479425" y="4634126"/>
            <a:chExt cx="11217274" cy="1423774"/>
          </a:xfrm>
        </p:grpSpPr>
        <p:sp>
          <p:nvSpPr>
            <p:cNvPr id="30" name="삼각형 29">
              <a:extLst>
                <a:ext uri="{FF2B5EF4-FFF2-40B4-BE49-F238E27FC236}">
                  <a16:creationId xmlns:a16="http://schemas.microsoft.com/office/drawing/2014/main" id="{E34B31F7-41E5-4C48-8177-9912D0401F35}"/>
                </a:ext>
              </a:extLst>
            </p:cNvPr>
            <p:cNvSpPr/>
            <p:nvPr/>
          </p:nvSpPr>
          <p:spPr>
            <a:xfrm>
              <a:off x="5920139" y="4634126"/>
              <a:ext cx="335847" cy="289523"/>
            </a:xfrm>
            <a:prstGeom prst="triangle">
              <a:avLst/>
            </a:prstGeom>
            <a:gradFill>
              <a:gsLst>
                <a:gs pos="0">
                  <a:srgbClr val="002669"/>
                </a:gs>
                <a:gs pos="100000">
                  <a:srgbClr val="0065B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>
                <a:latin typeface="Montserrat" pitchFamily="2" charset="0"/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1AD8B877-CDA1-0225-4DD5-A822AB8CF8D0}"/>
                </a:ext>
              </a:extLst>
            </p:cNvPr>
            <p:cNvSpPr>
              <a:spLocks/>
            </p:cNvSpPr>
            <p:nvPr/>
          </p:nvSpPr>
          <p:spPr>
            <a:xfrm>
              <a:off x="479425" y="4852551"/>
              <a:ext cx="11217274" cy="1205349"/>
            </a:xfrm>
            <a:prstGeom prst="roundRect">
              <a:avLst>
                <a:gd name="adj" fmla="val 16750"/>
              </a:avLst>
            </a:prstGeom>
            <a:gradFill>
              <a:gsLst>
                <a:gs pos="0">
                  <a:srgbClr val="002669"/>
                </a:gs>
                <a:gs pos="100000">
                  <a:srgbClr val="0065B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>
                <a:latin typeface="Montserrat" pitchFamily="2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3FCB0E-3BA1-C869-5CFF-D7B0A5A0E2DC}"/>
              </a:ext>
            </a:extLst>
          </p:cNvPr>
          <p:cNvSpPr txBox="1"/>
          <p:nvPr/>
        </p:nvSpPr>
        <p:spPr>
          <a:xfrm>
            <a:off x="5936418" y="5224392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56">
            <a:extLst>
              <a:ext uri="{FF2B5EF4-FFF2-40B4-BE49-F238E27FC236}">
                <a16:creationId xmlns:a16="http://schemas.microsoft.com/office/drawing/2014/main" id="{ED6BBB87-9FEB-3259-90C1-4B3495CD2527}"/>
              </a:ext>
            </a:extLst>
          </p:cNvPr>
          <p:cNvSpPr txBox="1"/>
          <p:nvPr/>
        </p:nvSpPr>
        <p:spPr>
          <a:xfrm>
            <a:off x="6060811" y="5707750"/>
            <a:ext cx="54502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6B7280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pPr algn="ctr"/>
            <a:r>
              <a:rPr lang="en-US" altLang="ko-KR" sz="1100" dirty="0">
                <a:solidFill>
                  <a:schemeClr val="bg1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sz="1100" dirty="0">
              <a:solidFill>
                <a:schemeClr val="bg1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267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E8DD-0B26-E2EC-A035-3DC2EA29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0EFDA-38C4-D488-169F-8E7C63FD6E63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772A9-6363-5456-095A-3531B56204CF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43593-E532-A805-0CA3-D0087FFA1FA7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21A2610-84A9-465C-D966-309C76A527E3}"/>
              </a:ext>
            </a:extLst>
          </p:cNvPr>
          <p:cNvSpPr>
            <a:spLocks/>
          </p:cNvSpPr>
          <p:nvPr/>
        </p:nvSpPr>
        <p:spPr>
          <a:xfrm>
            <a:off x="479425" y="2024062"/>
            <a:ext cx="5535793" cy="4033837"/>
          </a:xfrm>
          <a:prstGeom prst="roundRect">
            <a:avLst>
              <a:gd name="adj" fmla="val 623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E4C4456-75F6-0D3E-40ED-F92F56F97C6B}"/>
              </a:ext>
            </a:extLst>
          </p:cNvPr>
          <p:cNvSpPr>
            <a:spLocks/>
          </p:cNvSpPr>
          <p:nvPr/>
        </p:nvSpPr>
        <p:spPr>
          <a:xfrm>
            <a:off x="6165660" y="2024062"/>
            <a:ext cx="5535793" cy="4033837"/>
          </a:xfrm>
          <a:prstGeom prst="roundRect">
            <a:avLst>
              <a:gd name="adj" fmla="val 623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357F8BF4-DD40-7C67-AD92-E27D6F70F43F}"/>
              </a:ext>
            </a:extLst>
          </p:cNvPr>
          <p:cNvSpPr/>
          <p:nvPr/>
        </p:nvSpPr>
        <p:spPr>
          <a:xfrm>
            <a:off x="8003801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188CDEE6-F580-E540-3929-DF25632590DC}"/>
              </a:ext>
            </a:extLst>
          </p:cNvPr>
          <p:cNvSpPr txBox="1"/>
          <p:nvPr/>
        </p:nvSpPr>
        <p:spPr>
          <a:xfrm>
            <a:off x="8624016" y="2290871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5314EBD0-E461-F8DE-8973-38C9654D21AF}"/>
              </a:ext>
            </a:extLst>
          </p:cNvPr>
          <p:cNvSpPr txBox="1"/>
          <p:nvPr/>
        </p:nvSpPr>
        <p:spPr>
          <a:xfrm>
            <a:off x="8812369" y="2638112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AA97AD9-CA14-17C9-D716-2E01D760CF33}"/>
              </a:ext>
            </a:extLst>
          </p:cNvPr>
          <p:cNvSpPr/>
          <p:nvPr/>
        </p:nvSpPr>
        <p:spPr>
          <a:xfrm>
            <a:off x="2317566" y="2275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08CD7393-9FBF-3603-69AE-0630BA8B0053}"/>
              </a:ext>
            </a:extLst>
          </p:cNvPr>
          <p:cNvSpPr txBox="1"/>
          <p:nvPr/>
        </p:nvSpPr>
        <p:spPr>
          <a:xfrm>
            <a:off x="2937781" y="2290871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B564A-E815-3D42-CADE-33AE91308627}"/>
              </a:ext>
            </a:extLst>
          </p:cNvPr>
          <p:cNvSpPr txBox="1"/>
          <p:nvPr/>
        </p:nvSpPr>
        <p:spPr>
          <a:xfrm>
            <a:off x="3126133" y="2638112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en" altLang="ko-KR" dirty="0">
              <a:latin typeface="Montserrat" pitchFamily="2" charset="0"/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8923D86F-0A1B-9FFB-812D-5B0AFC726CA7}"/>
              </a:ext>
            </a:extLst>
          </p:cNvPr>
          <p:cNvSpPr txBox="1"/>
          <p:nvPr/>
        </p:nvSpPr>
        <p:spPr>
          <a:xfrm>
            <a:off x="3120524" y="3730549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rgbClr val="C1001B"/>
              </a:solidFill>
              <a:latin typeface="Montserrat" pitchFamily="2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F75810DD-E224-3074-9C74-1A2326B4A134}"/>
              </a:ext>
            </a:extLst>
          </p:cNvPr>
          <p:cNvSpPr txBox="1"/>
          <p:nvPr/>
        </p:nvSpPr>
        <p:spPr>
          <a:xfrm>
            <a:off x="8806758" y="3730549"/>
            <a:ext cx="253596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  <a:latin typeface="Montserrat" pitchFamily="2" charset="0"/>
              </a:rPr>
              <a:t>-</a:t>
            </a:r>
            <a:endParaRPr lang="ko-KR" altLang="en-US" dirty="0">
              <a:solidFill>
                <a:srgbClr val="C1001B"/>
              </a:solidFill>
              <a:latin typeface="Montserrat" pitchFamily="2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CE5E17C-0F75-5D2B-3DD7-93C31FE6C64A}"/>
              </a:ext>
            </a:extLst>
          </p:cNvPr>
          <p:cNvSpPr/>
          <p:nvPr/>
        </p:nvSpPr>
        <p:spPr>
          <a:xfrm>
            <a:off x="662331" y="4134784"/>
            <a:ext cx="1683882" cy="1683882"/>
          </a:xfrm>
          <a:prstGeom prst="ellipse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643C384-2C88-BDE2-A66E-CF522EAE8B07}"/>
              </a:ext>
            </a:extLst>
          </p:cNvPr>
          <p:cNvSpPr/>
          <p:nvPr/>
        </p:nvSpPr>
        <p:spPr>
          <a:xfrm>
            <a:off x="4148429" y="4134784"/>
            <a:ext cx="1683882" cy="1683882"/>
          </a:xfrm>
          <a:prstGeom prst="ellipse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CF56FF3-B7A7-B70C-01F8-C65EAB10FE13}"/>
              </a:ext>
            </a:extLst>
          </p:cNvPr>
          <p:cNvSpPr/>
          <p:nvPr/>
        </p:nvSpPr>
        <p:spPr>
          <a:xfrm>
            <a:off x="2405380" y="4134784"/>
            <a:ext cx="1683882" cy="1683882"/>
          </a:xfrm>
          <a:prstGeom prst="ellipse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E84F6B9-B579-7595-61A7-AB22BE0798A1}"/>
              </a:ext>
            </a:extLst>
          </p:cNvPr>
          <p:cNvSpPr/>
          <p:nvPr/>
        </p:nvSpPr>
        <p:spPr>
          <a:xfrm>
            <a:off x="6348566" y="4134784"/>
            <a:ext cx="1683882" cy="1683882"/>
          </a:xfrm>
          <a:prstGeom prst="ellipse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E3D9F95-A5AD-E5C8-2848-A83F16B3FB11}"/>
              </a:ext>
            </a:extLst>
          </p:cNvPr>
          <p:cNvSpPr/>
          <p:nvPr/>
        </p:nvSpPr>
        <p:spPr>
          <a:xfrm>
            <a:off x="9834664" y="4134784"/>
            <a:ext cx="1683882" cy="1683882"/>
          </a:xfrm>
          <a:prstGeom prst="ellipse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F076E94D-480D-B325-D146-00B9F5D89F62}"/>
              </a:ext>
            </a:extLst>
          </p:cNvPr>
          <p:cNvSpPr/>
          <p:nvPr/>
        </p:nvSpPr>
        <p:spPr>
          <a:xfrm>
            <a:off x="8091615" y="4134784"/>
            <a:ext cx="1683882" cy="1683882"/>
          </a:xfrm>
          <a:prstGeom prst="ellipse">
            <a:avLst/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C71724-3BB3-F8A2-00FC-C8E0B6034931}"/>
              </a:ext>
            </a:extLst>
          </p:cNvPr>
          <p:cNvSpPr txBox="1"/>
          <p:nvPr/>
        </p:nvSpPr>
        <p:spPr>
          <a:xfrm>
            <a:off x="1378276" y="492400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lang="ko-KR" altLang="en-US" sz="1200" dirty="0">
              <a:solidFill>
                <a:schemeClr val="bg1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705F7D-B264-C19F-4581-836725CF8750}"/>
              </a:ext>
            </a:extLst>
          </p:cNvPr>
          <p:cNvSpPr txBox="1"/>
          <p:nvPr/>
        </p:nvSpPr>
        <p:spPr>
          <a:xfrm>
            <a:off x="3121325" y="492400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5F1286-B11E-8F13-F715-B78F8B62226F}"/>
              </a:ext>
            </a:extLst>
          </p:cNvPr>
          <p:cNvSpPr txBox="1"/>
          <p:nvPr/>
        </p:nvSpPr>
        <p:spPr>
          <a:xfrm>
            <a:off x="4864374" y="492400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25AE4C-1BC1-E3A4-650A-05674C3B7298}"/>
              </a:ext>
            </a:extLst>
          </p:cNvPr>
          <p:cNvSpPr txBox="1"/>
          <p:nvPr/>
        </p:nvSpPr>
        <p:spPr>
          <a:xfrm>
            <a:off x="7064511" y="492400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0F65F2-7FE8-9E3C-E152-FBCD3CEE0771}"/>
              </a:ext>
            </a:extLst>
          </p:cNvPr>
          <p:cNvSpPr txBox="1"/>
          <p:nvPr/>
        </p:nvSpPr>
        <p:spPr>
          <a:xfrm>
            <a:off x="8807561" y="492400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4445CE-2C9E-8677-A4D8-8EC322A3FC5E}"/>
              </a:ext>
            </a:extLst>
          </p:cNvPr>
          <p:cNvSpPr txBox="1"/>
          <p:nvPr/>
        </p:nvSpPr>
        <p:spPr>
          <a:xfrm>
            <a:off x="10550610" y="492400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638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80AA-7F7A-0F9F-E715-C39A99C4E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F6A48939-F937-2F94-1052-9F14E5F53D80}"/>
              </a:ext>
            </a:extLst>
          </p:cNvPr>
          <p:cNvSpPr/>
          <p:nvPr/>
        </p:nvSpPr>
        <p:spPr>
          <a:xfrm>
            <a:off x="8293462" y="5590828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04CD80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97674B-1D6E-B055-A473-A054CE9138A6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03FDD-280D-06B9-4C3B-DA5C80B3C6C0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B60FE-4065-6AEA-6824-7854DA04A0A9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6857C29A-10E1-3AD5-91A5-3759B8D324A3}"/>
              </a:ext>
            </a:extLst>
          </p:cNvPr>
          <p:cNvSpPr>
            <a:spLocks/>
          </p:cNvSpPr>
          <p:nvPr/>
        </p:nvSpPr>
        <p:spPr>
          <a:xfrm>
            <a:off x="8079166" y="2545645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AFEA11D5-F365-8377-B67A-4B7CEF11B501}"/>
              </a:ext>
            </a:extLst>
          </p:cNvPr>
          <p:cNvSpPr/>
          <p:nvPr/>
        </p:nvSpPr>
        <p:spPr>
          <a:xfrm>
            <a:off x="8965737" y="279706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E1DB9B34-49C2-E0C5-C06F-EF5A845C8DC5}"/>
              </a:ext>
            </a:extLst>
          </p:cNvPr>
          <p:cNvSpPr txBox="1"/>
          <p:nvPr/>
        </p:nvSpPr>
        <p:spPr>
          <a:xfrm>
            <a:off x="9585952" y="2812453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A721119-955C-C1E6-B527-C05BAB27B25D}"/>
              </a:ext>
            </a:extLst>
          </p:cNvPr>
          <p:cNvSpPr/>
          <p:nvPr/>
        </p:nvSpPr>
        <p:spPr>
          <a:xfrm>
            <a:off x="9364561" y="3566940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AF277E-541E-35B5-9178-E99FD0CB017C}"/>
              </a:ext>
            </a:extLst>
          </p:cNvPr>
          <p:cNvSpPr txBox="1"/>
          <p:nvPr/>
        </p:nvSpPr>
        <p:spPr>
          <a:xfrm>
            <a:off x="9745270" y="3867039"/>
            <a:ext cx="30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002669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CF1A83DD-104F-095B-A802-2D9CA0522CE3}"/>
              </a:ext>
            </a:extLst>
          </p:cNvPr>
          <p:cNvSpPr/>
          <p:nvPr/>
        </p:nvSpPr>
        <p:spPr>
          <a:xfrm>
            <a:off x="479425" y="2011466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CB374C5-2E6B-816E-00FE-C0DAA54C2283}"/>
              </a:ext>
            </a:extLst>
          </p:cNvPr>
          <p:cNvSpPr txBox="1"/>
          <p:nvPr/>
        </p:nvSpPr>
        <p:spPr>
          <a:xfrm>
            <a:off x="3238384" y="2096390"/>
            <a:ext cx="569935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42" name="위쪽 화살표[U] 41">
            <a:extLst>
              <a:ext uri="{FF2B5EF4-FFF2-40B4-BE49-F238E27FC236}">
                <a16:creationId xmlns:a16="http://schemas.microsoft.com/office/drawing/2014/main" id="{B01FF655-2C3E-EAC3-2F67-09268EC15A05}"/>
              </a:ext>
            </a:extLst>
          </p:cNvPr>
          <p:cNvSpPr/>
          <p:nvPr/>
        </p:nvSpPr>
        <p:spPr>
          <a:xfrm rot="5400000">
            <a:off x="7575906" y="3832233"/>
            <a:ext cx="720647" cy="87249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47ACE33F-7B81-4C66-4471-AC08E7A1D683}"/>
              </a:ext>
            </a:extLst>
          </p:cNvPr>
          <p:cNvSpPr>
            <a:spLocks/>
          </p:cNvSpPr>
          <p:nvPr/>
        </p:nvSpPr>
        <p:spPr>
          <a:xfrm>
            <a:off x="4287233" y="2545645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47F875C8-ED7A-52B1-F495-C809A5D4E4B4}"/>
              </a:ext>
            </a:extLst>
          </p:cNvPr>
          <p:cNvSpPr/>
          <p:nvPr/>
        </p:nvSpPr>
        <p:spPr>
          <a:xfrm>
            <a:off x="5166245" y="279706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98F82B80-E264-0449-79C9-F79756938990}"/>
              </a:ext>
            </a:extLst>
          </p:cNvPr>
          <p:cNvSpPr txBox="1"/>
          <p:nvPr/>
        </p:nvSpPr>
        <p:spPr>
          <a:xfrm>
            <a:off x="5786462" y="2812453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E762E85-14FB-EF35-A046-6C2AF6AEC1C0}"/>
              </a:ext>
            </a:extLst>
          </p:cNvPr>
          <p:cNvSpPr/>
          <p:nvPr/>
        </p:nvSpPr>
        <p:spPr>
          <a:xfrm>
            <a:off x="5565069" y="3566940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5A7E30-1C1B-A5A5-5745-46446677A771}"/>
              </a:ext>
            </a:extLst>
          </p:cNvPr>
          <p:cNvSpPr txBox="1"/>
          <p:nvPr/>
        </p:nvSpPr>
        <p:spPr>
          <a:xfrm>
            <a:off x="5936278" y="3867039"/>
            <a:ext cx="30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002669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위쪽 화살표[U] 47">
            <a:extLst>
              <a:ext uri="{FF2B5EF4-FFF2-40B4-BE49-F238E27FC236}">
                <a16:creationId xmlns:a16="http://schemas.microsoft.com/office/drawing/2014/main" id="{BB6E90E1-7E77-6113-1A7B-B943AE155283}"/>
              </a:ext>
            </a:extLst>
          </p:cNvPr>
          <p:cNvSpPr/>
          <p:nvPr/>
        </p:nvSpPr>
        <p:spPr>
          <a:xfrm rot="5400000">
            <a:off x="3772971" y="3832232"/>
            <a:ext cx="720647" cy="872494"/>
          </a:xfrm>
          <a:prstGeom prst="upArrow">
            <a:avLst/>
          </a:prstGeom>
          <a:gradFill>
            <a:gsLst>
              <a:gs pos="0">
                <a:srgbClr val="1B2435"/>
              </a:gs>
              <a:gs pos="100000">
                <a:srgbClr val="E7E7E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A6545772-23FB-8D9D-26D4-22D7B6A2F7EF}"/>
              </a:ext>
            </a:extLst>
          </p:cNvPr>
          <p:cNvSpPr>
            <a:spLocks/>
          </p:cNvSpPr>
          <p:nvPr/>
        </p:nvSpPr>
        <p:spPr>
          <a:xfrm>
            <a:off x="479425" y="2545645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33F1889D-8364-29A8-F408-2C459597F377}"/>
              </a:ext>
            </a:extLst>
          </p:cNvPr>
          <p:cNvSpPr/>
          <p:nvPr/>
        </p:nvSpPr>
        <p:spPr>
          <a:xfrm>
            <a:off x="1358437" y="279706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9E4F712A-4CBE-7083-D0E9-79E2E9D32494}"/>
              </a:ext>
            </a:extLst>
          </p:cNvPr>
          <p:cNvSpPr txBox="1"/>
          <p:nvPr/>
        </p:nvSpPr>
        <p:spPr>
          <a:xfrm>
            <a:off x="1978654" y="2812453"/>
            <a:ext cx="619080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TITLE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F943E69-65E8-D85D-B8A6-E354EB9BA80E}"/>
              </a:ext>
            </a:extLst>
          </p:cNvPr>
          <p:cNvSpPr/>
          <p:nvPr/>
        </p:nvSpPr>
        <p:spPr>
          <a:xfrm>
            <a:off x="1757261" y="3566940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B20595-2B76-7FA0-BC4D-D2C69F69DFBC}"/>
              </a:ext>
            </a:extLst>
          </p:cNvPr>
          <p:cNvSpPr txBox="1"/>
          <p:nvPr/>
        </p:nvSpPr>
        <p:spPr>
          <a:xfrm>
            <a:off x="2133342" y="3867039"/>
            <a:ext cx="309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002669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4E70EC1-C861-9F08-DDBD-709705EB5B34}"/>
              </a:ext>
            </a:extLst>
          </p:cNvPr>
          <p:cNvSpPr/>
          <p:nvPr/>
        </p:nvSpPr>
        <p:spPr>
          <a:xfrm>
            <a:off x="665485" y="5590828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50A70CC9-F093-B2CC-C9AB-889A2EE47CD6}"/>
              </a:ext>
            </a:extLst>
          </p:cNvPr>
          <p:cNvSpPr/>
          <p:nvPr/>
        </p:nvSpPr>
        <p:spPr>
          <a:xfrm>
            <a:off x="665485" y="5197289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56" name="TextBox 90">
            <a:extLst>
              <a:ext uri="{FF2B5EF4-FFF2-40B4-BE49-F238E27FC236}">
                <a16:creationId xmlns:a16="http://schemas.microsoft.com/office/drawing/2014/main" id="{DE449E88-B11E-7343-BC79-CF618F6498E8}"/>
              </a:ext>
            </a:extLst>
          </p:cNvPr>
          <p:cNvSpPr txBox="1"/>
          <p:nvPr/>
        </p:nvSpPr>
        <p:spPr>
          <a:xfrm>
            <a:off x="1829416" y="5268399"/>
            <a:ext cx="876198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1050" dirty="0">
                <a:latin typeface="Montserrat" pitchFamily="2" charset="0"/>
              </a:rPr>
              <a:t>-</a:t>
            </a:r>
            <a:endParaRPr lang="ko-KR" altLang="en-US" sz="1050" dirty="0">
              <a:latin typeface="Montserrat" pitchFamily="2" charset="0"/>
            </a:endParaRPr>
          </a:p>
        </p:txBody>
      </p:sp>
      <p:sp>
        <p:nvSpPr>
          <p:cNvPr id="57" name="TextBox 90">
            <a:extLst>
              <a:ext uri="{FF2B5EF4-FFF2-40B4-BE49-F238E27FC236}">
                <a16:creationId xmlns:a16="http://schemas.microsoft.com/office/drawing/2014/main" id="{D2A06D57-6B8B-4CBC-34FA-54F2690DB3F9}"/>
              </a:ext>
            </a:extLst>
          </p:cNvPr>
          <p:cNvSpPr txBox="1"/>
          <p:nvPr/>
        </p:nvSpPr>
        <p:spPr>
          <a:xfrm>
            <a:off x="1681941" y="5655959"/>
            <a:ext cx="1171149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1050" dirty="0">
                <a:latin typeface="Montserrat" pitchFamily="2" charset="0"/>
              </a:rPr>
              <a:t>-</a:t>
            </a:r>
            <a:endParaRPr lang="ko-KR" altLang="en-US" sz="1050" dirty="0">
              <a:latin typeface="Montserrat" pitchFamily="2" charset="0"/>
            </a:endParaRPr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55396132-D84A-B53D-B7BE-481E35155BBB}"/>
              </a:ext>
            </a:extLst>
          </p:cNvPr>
          <p:cNvSpPr/>
          <p:nvPr/>
        </p:nvSpPr>
        <p:spPr>
          <a:xfrm>
            <a:off x="4493970" y="5590828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59" name="모서리가 둥근 직사각형 58">
            <a:extLst>
              <a:ext uri="{FF2B5EF4-FFF2-40B4-BE49-F238E27FC236}">
                <a16:creationId xmlns:a16="http://schemas.microsoft.com/office/drawing/2014/main" id="{09B6D924-E938-08A0-40FC-506903DDE68E}"/>
              </a:ext>
            </a:extLst>
          </p:cNvPr>
          <p:cNvSpPr/>
          <p:nvPr/>
        </p:nvSpPr>
        <p:spPr>
          <a:xfrm>
            <a:off x="4493970" y="5197289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0" name="TextBox 90">
            <a:extLst>
              <a:ext uri="{FF2B5EF4-FFF2-40B4-BE49-F238E27FC236}">
                <a16:creationId xmlns:a16="http://schemas.microsoft.com/office/drawing/2014/main" id="{5F07D1EF-6571-4C58-CFC6-340A96795079}"/>
              </a:ext>
            </a:extLst>
          </p:cNvPr>
          <p:cNvSpPr txBox="1"/>
          <p:nvPr/>
        </p:nvSpPr>
        <p:spPr>
          <a:xfrm>
            <a:off x="5524715" y="5268399"/>
            <a:ext cx="114257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E386C5-2FC2-669D-0D48-E504E43B4C14}"/>
              </a:ext>
            </a:extLst>
          </p:cNvPr>
          <p:cNvSpPr txBox="1"/>
          <p:nvPr/>
        </p:nvSpPr>
        <p:spPr>
          <a:xfrm>
            <a:off x="5510426" y="5655959"/>
            <a:ext cx="1171149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63" name="모서리가 둥근 직사각형 62">
            <a:extLst>
              <a:ext uri="{FF2B5EF4-FFF2-40B4-BE49-F238E27FC236}">
                <a16:creationId xmlns:a16="http://schemas.microsoft.com/office/drawing/2014/main" id="{C419804C-44AF-EE2A-6393-74E5CBB84451}"/>
              </a:ext>
            </a:extLst>
          </p:cNvPr>
          <p:cNvSpPr/>
          <p:nvPr/>
        </p:nvSpPr>
        <p:spPr>
          <a:xfrm>
            <a:off x="8293462" y="5197289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0065B3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64" name="TextBox 90">
            <a:extLst>
              <a:ext uri="{FF2B5EF4-FFF2-40B4-BE49-F238E27FC236}">
                <a16:creationId xmlns:a16="http://schemas.microsoft.com/office/drawing/2014/main" id="{F77B28C8-A19C-93AE-9DD2-BED363B6958F}"/>
              </a:ext>
            </a:extLst>
          </p:cNvPr>
          <p:cNvSpPr txBox="1"/>
          <p:nvPr/>
        </p:nvSpPr>
        <p:spPr>
          <a:xfrm>
            <a:off x="9324207" y="5268399"/>
            <a:ext cx="114257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E135D6-B79A-F33C-7A7C-08F6FF0E6F88}"/>
              </a:ext>
            </a:extLst>
          </p:cNvPr>
          <p:cNvSpPr txBox="1"/>
          <p:nvPr/>
        </p:nvSpPr>
        <p:spPr>
          <a:xfrm>
            <a:off x="9309918" y="5655959"/>
            <a:ext cx="1171149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dirty="0">
                <a:latin typeface="Montserrat" pitchFamily="2" charset="0"/>
              </a:rPr>
              <a:t>-</a:t>
            </a:r>
            <a:endParaRPr lang="ko-KR" altLang="en-US" dirty="0">
              <a:latin typeface="Montserrat" pitchFamily="2" charset="0"/>
            </a:endParaRPr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EFDE86C8-7710-056B-E57C-3FD320DE2C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44166" y="5259358"/>
            <a:ext cx="183732" cy="183732"/>
          </a:xfrm>
          <a:prstGeom prst="rect">
            <a:avLst/>
          </a:prstGeom>
        </p:spPr>
      </p:pic>
      <p:pic>
        <p:nvPicPr>
          <p:cNvPr id="67" name="그래픽 66">
            <a:extLst>
              <a:ext uri="{FF2B5EF4-FFF2-40B4-BE49-F238E27FC236}">
                <a16:creationId xmlns:a16="http://schemas.microsoft.com/office/drawing/2014/main" id="{9A58291A-2F1C-F6A0-A185-DBD6A25D090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44166" y="5652974"/>
            <a:ext cx="183732" cy="183732"/>
          </a:xfrm>
          <a:prstGeom prst="rect">
            <a:avLst/>
          </a:prstGeom>
        </p:spPr>
      </p:pic>
      <p:pic>
        <p:nvPicPr>
          <p:cNvPr id="68" name="그래픽 67">
            <a:extLst>
              <a:ext uri="{FF2B5EF4-FFF2-40B4-BE49-F238E27FC236}">
                <a16:creationId xmlns:a16="http://schemas.microsoft.com/office/drawing/2014/main" id="{145A5463-03A8-8F43-31C0-F9AEDAC078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65269" y="5259358"/>
            <a:ext cx="183732" cy="183732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30E7F250-5EC1-0E84-745C-7CADD77509C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65269" y="5652974"/>
            <a:ext cx="183732" cy="183732"/>
          </a:xfrm>
          <a:prstGeom prst="rect">
            <a:avLst/>
          </a:prstGeom>
        </p:spPr>
      </p:pic>
      <p:pic>
        <p:nvPicPr>
          <p:cNvPr id="70" name="그래픽 69">
            <a:extLst>
              <a:ext uri="{FF2B5EF4-FFF2-40B4-BE49-F238E27FC236}">
                <a16:creationId xmlns:a16="http://schemas.microsoft.com/office/drawing/2014/main" id="{583364F5-5B4C-2628-B601-EB8B373AA9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374260" y="5259358"/>
            <a:ext cx="183732" cy="183732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BC50038C-D375-868E-1BA4-95A0D7D3B15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374260" y="5652974"/>
            <a:ext cx="183732" cy="1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8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E2E17-C1D7-4AC9-AFAA-BD5B19DB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EADB7F0-3D66-173D-9657-3F0A1A823255}"/>
              </a:ext>
            </a:extLst>
          </p:cNvPr>
          <p:cNvSpPr/>
          <p:nvPr/>
        </p:nvSpPr>
        <p:spPr>
          <a:xfrm>
            <a:off x="488950" y="2060576"/>
            <a:ext cx="11212271" cy="4076700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303BF-EA3E-AE5A-1CE1-B9DCB256D369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7B538-677F-8972-D223-48A8FA6CE75B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05CC8-17C6-0676-9E13-BB5A47C5CAA2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10" name="그림 9" descr="폰트, 그래픽, 그래픽 디자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71D2DD-65FB-57BA-4236-52A5A7188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463" y="337414"/>
            <a:ext cx="856758" cy="17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81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34E68-6D3A-2EE4-C3A8-B32DD2A13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7AEE1-ACB5-FC8E-3F77-811EB9EF1956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C422E-E98A-2A4E-40C5-B4CDE231B10A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AEA02-BAF2-EBF7-36D4-98C81E01FC50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10" name="그림 9" descr="폰트, 그래픽, 그래픽 디자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55BF83-92F6-0BA9-216B-D42EC7E0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463" y="337414"/>
            <a:ext cx="856758" cy="171351"/>
          </a:xfrm>
          <a:prstGeom prst="rect">
            <a:avLst/>
          </a:prstGeom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E47927A-F48A-BED3-1BE4-3F36462892F5}"/>
              </a:ext>
            </a:extLst>
          </p:cNvPr>
          <p:cNvSpPr/>
          <p:nvPr/>
        </p:nvSpPr>
        <p:spPr>
          <a:xfrm>
            <a:off x="488951" y="2060576"/>
            <a:ext cx="5291918" cy="4076700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101F4F7-542C-B368-C4F6-9CB1D9BA9C68}"/>
              </a:ext>
            </a:extLst>
          </p:cNvPr>
          <p:cNvSpPr/>
          <p:nvPr/>
        </p:nvSpPr>
        <p:spPr>
          <a:xfrm>
            <a:off x="6409304" y="2060576"/>
            <a:ext cx="5291918" cy="4076700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30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C74BA-3167-0E5E-B925-901D7B51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2F3799-3F9B-00A0-B24F-DDE28978DF67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DF965-33E7-EB0B-CE59-EC9B07EBF598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BFD8E-0E90-C926-87F0-DD215BC4015A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DF4090D-55A2-AD0C-A7B9-DDCEDF009B5A}"/>
              </a:ext>
            </a:extLst>
          </p:cNvPr>
          <p:cNvGrpSpPr/>
          <p:nvPr/>
        </p:nvGrpSpPr>
        <p:grpSpPr>
          <a:xfrm>
            <a:off x="494578" y="2029650"/>
            <a:ext cx="11202844" cy="4028250"/>
            <a:chOff x="1870662" y="2029650"/>
            <a:chExt cx="8390716" cy="4028250"/>
          </a:xfrm>
        </p:grpSpPr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1F637FD9-CA0B-ACB1-FCD6-F2A1F6EC2F1F}"/>
                </a:ext>
              </a:extLst>
            </p:cNvPr>
            <p:cNvSpPr>
              <a:spLocks/>
            </p:cNvSpPr>
            <p:nvPr/>
          </p:nvSpPr>
          <p:spPr>
            <a:xfrm>
              <a:off x="4738567" y="2029651"/>
              <a:ext cx="2654906" cy="4028249"/>
            </a:xfrm>
            <a:prstGeom prst="roundRect">
              <a:avLst>
                <a:gd name="adj" fmla="val 14523"/>
              </a:avLst>
            </a:prstGeom>
            <a:solidFill>
              <a:schemeClr val="bg1">
                <a:alpha val="70000"/>
              </a:schemeClr>
            </a:solidFill>
            <a:ln w="12700">
              <a:gradFill>
                <a:gsLst>
                  <a:gs pos="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99000">
                    <a:schemeClr val="bg1">
                      <a:lumMod val="85000"/>
                    </a:schemeClr>
                  </a:gs>
                  <a:gs pos="69000">
                    <a:schemeClr val="bg1">
                      <a:lumMod val="95000"/>
                    </a:schemeClr>
                  </a:gs>
                </a:gsLst>
                <a:lin ang="2700000" scaled="0"/>
              </a:gradFill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kumimoji="1" lang="ko-KR" altLang="en-US">
                <a:solidFill>
                  <a:schemeClr val="tx1"/>
                </a:solidFill>
                <a:latin typeface="Montserrat" pitchFamily="2" charset="0"/>
              </a:endParaRPr>
            </a:p>
          </p:txBody>
        </p:sp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A6BBAE1B-0D87-E8C0-360C-00B613BDDE97}"/>
                </a:ext>
              </a:extLst>
            </p:cNvPr>
            <p:cNvSpPr>
              <a:spLocks/>
            </p:cNvSpPr>
            <p:nvPr/>
          </p:nvSpPr>
          <p:spPr>
            <a:xfrm>
              <a:off x="7606472" y="2029650"/>
              <a:ext cx="2654906" cy="4028249"/>
            </a:xfrm>
            <a:prstGeom prst="roundRect">
              <a:avLst>
                <a:gd name="adj" fmla="val 14523"/>
              </a:avLst>
            </a:prstGeom>
            <a:solidFill>
              <a:schemeClr val="bg1">
                <a:alpha val="70000"/>
              </a:schemeClr>
            </a:solidFill>
            <a:ln w="12700">
              <a:gradFill>
                <a:gsLst>
                  <a:gs pos="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99000">
                    <a:schemeClr val="bg1">
                      <a:lumMod val="85000"/>
                    </a:schemeClr>
                  </a:gs>
                  <a:gs pos="69000">
                    <a:schemeClr val="bg1">
                      <a:lumMod val="95000"/>
                    </a:schemeClr>
                  </a:gs>
                </a:gsLst>
                <a:lin ang="2700000" scaled="0"/>
              </a:gradFill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kumimoji="1" lang="ko-KR" altLang="en-US">
                <a:solidFill>
                  <a:schemeClr val="tx1"/>
                </a:solidFill>
                <a:latin typeface="Montserrat" pitchFamily="2" charset="0"/>
              </a:endParaRP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86FC901A-DC7A-EFD0-F02A-B69BE0F87E1C}"/>
                </a:ext>
              </a:extLst>
            </p:cNvPr>
            <p:cNvSpPr>
              <a:spLocks/>
            </p:cNvSpPr>
            <p:nvPr/>
          </p:nvSpPr>
          <p:spPr>
            <a:xfrm>
              <a:off x="1870662" y="2029650"/>
              <a:ext cx="2654906" cy="4028249"/>
            </a:xfrm>
            <a:prstGeom prst="roundRect">
              <a:avLst>
                <a:gd name="adj" fmla="val 14523"/>
              </a:avLst>
            </a:prstGeom>
            <a:solidFill>
              <a:schemeClr val="bg1">
                <a:alpha val="70000"/>
              </a:schemeClr>
            </a:solidFill>
            <a:ln w="12700">
              <a:gradFill>
                <a:gsLst>
                  <a:gs pos="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99000">
                    <a:schemeClr val="bg1">
                      <a:lumMod val="85000"/>
                    </a:schemeClr>
                  </a:gs>
                  <a:gs pos="69000">
                    <a:schemeClr val="bg1">
                      <a:lumMod val="95000"/>
                    </a:schemeClr>
                  </a:gs>
                </a:gsLst>
                <a:lin ang="2700000" scaled="0"/>
              </a:gradFill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kumimoji="1" lang="ko-KR" altLang="en-US">
                <a:solidFill>
                  <a:schemeClr val="tx1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462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4F7D-D57C-FC43-E670-A7F94AEF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FF605A-A07D-0ACB-DB01-DD35CCD6EB4A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</a:t>
            </a:r>
            <a:r>
              <a:rPr lang="ko-KR" altLang="en-US" sz="1000" b="1" dirty="0" smtClean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주세요</a:t>
            </a:r>
            <a:endParaRPr lang="ko-KR" altLang="en-US" sz="1000" b="1" dirty="0">
              <a:solidFill>
                <a:srgbClr val="002669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FBD73-D912-3555-2D45-18953D8A5C29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69FB8-E687-3069-6F23-A1A55BDBC41B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F32A9557-1BC8-C9D3-6C6C-AF6FC7CD102F}"/>
              </a:ext>
            </a:extLst>
          </p:cNvPr>
          <p:cNvSpPr>
            <a:spLocks/>
          </p:cNvSpPr>
          <p:nvPr/>
        </p:nvSpPr>
        <p:spPr>
          <a:xfrm>
            <a:off x="9042516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F23FE14-7D7C-1B29-5440-739A19868241}"/>
              </a:ext>
            </a:extLst>
          </p:cNvPr>
          <p:cNvSpPr>
            <a:spLocks/>
          </p:cNvSpPr>
          <p:nvPr/>
        </p:nvSpPr>
        <p:spPr>
          <a:xfrm>
            <a:off x="6190053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893F7B3-5918-520C-BECD-D265750B9F14}"/>
              </a:ext>
            </a:extLst>
          </p:cNvPr>
          <p:cNvSpPr>
            <a:spLocks/>
          </p:cNvSpPr>
          <p:nvPr/>
        </p:nvSpPr>
        <p:spPr>
          <a:xfrm>
            <a:off x="3337591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5754AEB3-7832-B52A-8ADF-EE7DAC8989E9}"/>
              </a:ext>
            </a:extLst>
          </p:cNvPr>
          <p:cNvSpPr>
            <a:spLocks/>
          </p:cNvSpPr>
          <p:nvPr/>
        </p:nvSpPr>
        <p:spPr>
          <a:xfrm>
            <a:off x="485129" y="2029651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57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FAFAD-60EC-2251-9904-EF051361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98A74D-CB60-78BB-5826-01C83FAF8766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ABD47-2E58-FA64-1F2F-CC33E83A5704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86494-46CB-1B5D-6A88-F6A6A3DEE6D8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902492D-1028-0BFA-03BD-DC0134E8202A}"/>
              </a:ext>
            </a:extLst>
          </p:cNvPr>
          <p:cNvSpPr>
            <a:spLocks/>
          </p:cNvSpPr>
          <p:nvPr/>
        </p:nvSpPr>
        <p:spPr>
          <a:xfrm>
            <a:off x="479426" y="2024063"/>
            <a:ext cx="3260895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226B3F0-8C3D-1B7D-98C5-595FBAD8BCC5}"/>
              </a:ext>
            </a:extLst>
          </p:cNvPr>
          <p:cNvSpPr>
            <a:spLocks/>
          </p:cNvSpPr>
          <p:nvPr/>
        </p:nvSpPr>
        <p:spPr>
          <a:xfrm>
            <a:off x="3865248" y="2024063"/>
            <a:ext cx="7831452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081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F717-81C7-9B0F-2423-9FB79D36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9B4F5B-2DCA-4A83-2C2C-4576B9DDD62C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AF332-8EE3-6D21-0DA6-0489954BCCC8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87ACF-14E0-623D-46A7-8E41C74833D6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8619E4C-AE55-948F-92D9-1C1F109A1C15}"/>
              </a:ext>
            </a:extLst>
          </p:cNvPr>
          <p:cNvSpPr>
            <a:spLocks/>
          </p:cNvSpPr>
          <p:nvPr/>
        </p:nvSpPr>
        <p:spPr>
          <a:xfrm>
            <a:off x="8435805" y="2024063"/>
            <a:ext cx="3260895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5872D0C-BF35-3AAF-1FC2-6E1710AC1665}"/>
              </a:ext>
            </a:extLst>
          </p:cNvPr>
          <p:cNvSpPr>
            <a:spLocks/>
          </p:cNvSpPr>
          <p:nvPr/>
        </p:nvSpPr>
        <p:spPr>
          <a:xfrm>
            <a:off x="479426" y="2024063"/>
            <a:ext cx="7831452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4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4B1E1-3BBD-B939-8F8F-7C75B6F1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DC36E-01FD-E1F5-B3C5-52BBAAC61FB4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63D19-D49F-E9A2-00DB-D6A180CCEAB3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63138-0A99-D665-53FD-0A975A8AD367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1999939-8296-1229-3C72-16F7DA18DDC3}"/>
              </a:ext>
            </a:extLst>
          </p:cNvPr>
          <p:cNvSpPr/>
          <p:nvPr/>
        </p:nvSpPr>
        <p:spPr>
          <a:xfrm>
            <a:off x="8102279" y="2053751"/>
            <a:ext cx="3594422" cy="3594422"/>
          </a:xfrm>
          <a:prstGeom prst="ellipse">
            <a:avLst/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B465616-A3B7-76FE-2EEA-9407F0EB4D7E}"/>
              </a:ext>
            </a:extLst>
          </p:cNvPr>
          <p:cNvSpPr/>
          <p:nvPr/>
        </p:nvSpPr>
        <p:spPr>
          <a:xfrm>
            <a:off x="480349" y="2053751"/>
            <a:ext cx="3594422" cy="3594422"/>
          </a:xfrm>
          <a:prstGeom prst="ellipse">
            <a:avLst/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CDFDC72-09BE-78A0-2F8A-D81691D86F3F}"/>
              </a:ext>
            </a:extLst>
          </p:cNvPr>
          <p:cNvSpPr/>
          <p:nvPr/>
        </p:nvSpPr>
        <p:spPr>
          <a:xfrm>
            <a:off x="4298789" y="2053751"/>
            <a:ext cx="3594422" cy="3594422"/>
          </a:xfrm>
          <a:prstGeom prst="ellipse">
            <a:avLst/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41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BC47-5938-A860-845C-378FF9F5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10CF8-AB9D-9557-0430-2EAC84C7CF5D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002669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2C9B9-4C4E-F281-2370-E262E702FD9F}"/>
              </a:ext>
            </a:extLst>
          </p:cNvPr>
          <p:cNvSpPr txBox="1"/>
          <p:nvPr/>
        </p:nvSpPr>
        <p:spPr>
          <a:xfrm>
            <a:off x="385854" y="777736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>
                <a:latin typeface="Montserrat" pitchFamily="2" charset="0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45D88-6802-4C05-ADF3-2E0114E6EF0C}"/>
              </a:ext>
            </a:extLst>
          </p:cNvPr>
          <p:cNvSpPr txBox="1"/>
          <p:nvPr/>
        </p:nvSpPr>
        <p:spPr>
          <a:xfrm>
            <a:off x="385854" y="1345865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404040"/>
                </a:solidFill>
                <a:latin typeface="Montserrat" pitchFamily="2" charset="0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lang="ko-Kore-KR" altLang="en-US" sz="1200" dirty="0">
              <a:solidFill>
                <a:srgbClr val="404040"/>
              </a:solidFill>
              <a:latin typeface="Montserrat" pitchFamily="2" charset="0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6BBD854E-1CA7-8E99-C537-4779CD033592}"/>
              </a:ext>
            </a:extLst>
          </p:cNvPr>
          <p:cNvSpPr/>
          <p:nvPr/>
        </p:nvSpPr>
        <p:spPr>
          <a:xfrm>
            <a:off x="479425" y="2011466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2669"/>
              </a:gs>
              <a:gs pos="100000">
                <a:srgbClr val="0065B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>
                <a:latin typeface="Montserrat" pitchFamily="2" charset="0"/>
              </a:rPr>
              <a:t>TITLE</a:t>
            </a:r>
            <a:endParaRPr kumimoji="1" lang="ko-KR" altLang="en-US" b="1">
              <a:latin typeface="Montserrat" pitchFamily="2" charset="0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AF5EE3E-9A47-CE9F-8B52-FEA1CBB4D6EF}"/>
              </a:ext>
            </a:extLst>
          </p:cNvPr>
          <p:cNvSpPr>
            <a:spLocks/>
          </p:cNvSpPr>
          <p:nvPr/>
        </p:nvSpPr>
        <p:spPr>
          <a:xfrm>
            <a:off x="8086725" y="2565918"/>
            <a:ext cx="3617534" cy="3491983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FA29EF8B-28EB-0ACB-BF4A-508DF240BF6B}"/>
              </a:ext>
            </a:extLst>
          </p:cNvPr>
          <p:cNvSpPr>
            <a:spLocks/>
          </p:cNvSpPr>
          <p:nvPr/>
        </p:nvSpPr>
        <p:spPr>
          <a:xfrm>
            <a:off x="4287233" y="2565918"/>
            <a:ext cx="3617534" cy="3491983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44D5204-67A7-9BC2-FF9B-5832E2760284}"/>
              </a:ext>
            </a:extLst>
          </p:cNvPr>
          <p:cNvSpPr>
            <a:spLocks/>
          </p:cNvSpPr>
          <p:nvPr/>
        </p:nvSpPr>
        <p:spPr>
          <a:xfrm>
            <a:off x="479425" y="2565918"/>
            <a:ext cx="3617534" cy="3491983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5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298</Words>
  <Application>Microsoft Office PowerPoint</Application>
  <PresentationFormat>와이드스크린</PresentationFormat>
  <Paragraphs>190</Paragraphs>
  <Slides>18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9" baseType="lpstr">
      <vt:lpstr>Pretendard</vt:lpstr>
      <vt:lpstr>Pretendard Medium</vt:lpstr>
      <vt:lpstr>Pretendard SemiBold</vt:lpstr>
      <vt:lpstr>Pretendard-Regular</vt:lpstr>
      <vt:lpstr>맑은 고딕</vt:lpstr>
      <vt:lpstr>Arial</vt:lpstr>
      <vt:lpstr>Courier New</vt:lpstr>
      <vt:lpstr>Montserrat</vt:lpstr>
      <vt:lpstr>Montserrat Medium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Matthew Kim</dc:creator>
  <cp:lastModifiedBy>IJMAIL</cp:lastModifiedBy>
  <cp:revision>21</cp:revision>
  <dcterms:created xsi:type="dcterms:W3CDTF">2026-03-07T03:37:34Z</dcterms:created>
  <dcterms:modified xsi:type="dcterms:W3CDTF">2026-04-09T04:43:29Z</dcterms:modified>
</cp:coreProperties>
</file>